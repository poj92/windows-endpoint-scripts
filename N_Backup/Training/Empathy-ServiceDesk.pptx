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omments/modernComment_11A_1FA6D73D.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omments/modernComment_121_3F56C563.xml" ContentType="application/vnd.ms-powerpoint.comments+xml"/>
  <Override PartName="/ppt/notesSlides/notesSlide3.xml" ContentType="application/vnd.openxmlformats-officedocument.presentationml.notesSlide+xml"/>
  <Override PartName="/ppt/comments/modernComment_12A_4C053EA7.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05_E34DB6F6.xml" ContentType="application/vnd.ms-powerpoint.comments+xml"/>
  <Override PartName="/ppt/comments/modernComment_132_50EE6CDF.xml" ContentType="application/vnd.ms-powerpoint.comments+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omments/modernComment_10A_2434E29A.xml" ContentType="application/vnd.ms-powerpoint.comment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omments/modernComment_134_212BA00E.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sldIdLst>
    <p:sldId id="256" r:id="rId2"/>
    <p:sldId id="257" r:id="rId3"/>
    <p:sldId id="282" r:id="rId4"/>
    <p:sldId id="289" r:id="rId5"/>
    <p:sldId id="298" r:id="rId6"/>
    <p:sldId id="302" r:id="rId7"/>
    <p:sldId id="303" r:id="rId8"/>
    <p:sldId id="304" r:id="rId9"/>
    <p:sldId id="296" r:id="rId10"/>
    <p:sldId id="261" r:id="rId11"/>
    <p:sldId id="306" r:id="rId12"/>
    <p:sldId id="264" r:id="rId13"/>
    <p:sldId id="266" r:id="rId14"/>
    <p:sldId id="267" r:id="rId15"/>
    <p:sldId id="309" r:id="rId16"/>
    <p:sldId id="271" r:id="rId17"/>
    <p:sldId id="310" r:id="rId18"/>
    <p:sldId id="307" r:id="rId19"/>
    <p:sldId id="305" r:id="rId20"/>
    <p:sldId id="30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E968806-7CF2-7AD1-17BF-5504E56CC390}" name="Peter James" initials="PJ" userId="S::peter.james@nexusos.co.uk::42ed6fb6-03df-44fa-ad94-6bcf829c2de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213" autoAdjust="0"/>
  </p:normalViewPr>
  <p:slideViewPr>
    <p:cSldViewPr snapToGrid="0">
      <p:cViewPr varScale="1">
        <p:scale>
          <a:sx n="82" d="100"/>
          <a:sy n="82" d="100"/>
        </p:scale>
        <p:origin x="16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Joy" userId="d0b50c17-6897-4f69-a861-3317965d7ca7" providerId="ADAL" clId="{2A1AD79A-1FAF-4A5E-8134-76298F697EE7}"/>
    <pc:docChg chg="custSel modSld">
      <pc:chgData name="Andrew Joy" userId="d0b50c17-6897-4f69-a861-3317965d7ca7" providerId="ADAL" clId="{2A1AD79A-1FAF-4A5E-8134-76298F697EE7}" dt="2023-03-15T13:28:44.668" v="163"/>
      <pc:docMkLst>
        <pc:docMk/>
      </pc:docMkLst>
      <pc:sldChg chg="modNotesTx">
        <pc:chgData name="Andrew Joy" userId="d0b50c17-6897-4f69-a861-3317965d7ca7" providerId="ADAL" clId="{2A1AD79A-1FAF-4A5E-8134-76298F697EE7}" dt="2023-03-15T13:28:24.947" v="150" actId="20577"/>
        <pc:sldMkLst>
          <pc:docMk/>
          <pc:sldMk cId="3968291069" sldId="264"/>
        </pc:sldMkLst>
      </pc:sldChg>
      <pc:sldChg chg="modNotesTx">
        <pc:chgData name="Andrew Joy" userId="d0b50c17-6897-4f69-a861-3317965d7ca7" providerId="ADAL" clId="{2A1AD79A-1FAF-4A5E-8134-76298F697EE7}" dt="2023-03-15T13:28:44.668" v="163"/>
        <pc:sldMkLst>
          <pc:docMk/>
          <pc:sldMk cId="367907448" sldId="267"/>
        </pc:sldMkLst>
      </pc:sldChg>
      <pc:sldChg chg="modNotesTx">
        <pc:chgData name="Andrew Joy" userId="d0b50c17-6897-4f69-a861-3317965d7ca7" providerId="ADAL" clId="{2A1AD79A-1FAF-4A5E-8134-76298F697EE7}" dt="2023-03-15T13:23:38.721" v="25" actId="6549"/>
        <pc:sldMkLst>
          <pc:docMk/>
          <pc:sldMk cId="531027773" sldId="282"/>
        </pc:sldMkLst>
      </pc:sldChg>
      <pc:sldChg chg="modNotesTx">
        <pc:chgData name="Andrew Joy" userId="d0b50c17-6897-4f69-a861-3317965d7ca7" providerId="ADAL" clId="{2A1AD79A-1FAF-4A5E-8134-76298F697EE7}" dt="2023-03-15T13:24:14.548" v="42"/>
        <pc:sldMkLst>
          <pc:docMk/>
          <pc:sldMk cId="1062651235" sldId="289"/>
        </pc:sldMkLst>
      </pc:sldChg>
      <pc:sldChg chg="modNotesTx">
        <pc:chgData name="Andrew Joy" userId="d0b50c17-6897-4f69-a861-3317965d7ca7" providerId="ADAL" clId="{2A1AD79A-1FAF-4A5E-8134-76298F697EE7}" dt="2023-03-15T13:27:55.044" v="114"/>
        <pc:sldMkLst>
          <pc:docMk/>
          <pc:sldMk cId="4059682682" sldId="296"/>
        </pc:sldMkLst>
      </pc:sldChg>
      <pc:sldChg chg="modNotesTx">
        <pc:chgData name="Andrew Joy" userId="d0b50c17-6897-4f69-a861-3317965d7ca7" providerId="ADAL" clId="{2A1AD79A-1FAF-4A5E-8134-76298F697EE7}" dt="2023-03-15T13:24:32.354" v="58"/>
        <pc:sldMkLst>
          <pc:docMk/>
          <pc:sldMk cId="1275412135" sldId="298"/>
        </pc:sldMkLst>
      </pc:sldChg>
      <pc:sldChg chg="modNotesTx">
        <pc:chgData name="Andrew Joy" userId="d0b50c17-6897-4f69-a861-3317965d7ca7" providerId="ADAL" clId="{2A1AD79A-1FAF-4A5E-8134-76298F697EE7}" dt="2023-03-15T13:27:13.973" v="78"/>
        <pc:sldMkLst>
          <pc:docMk/>
          <pc:sldMk cId="3283290189" sldId="302"/>
        </pc:sldMkLst>
      </pc:sldChg>
      <pc:sldChg chg="modNotesTx">
        <pc:chgData name="Andrew Joy" userId="d0b50c17-6897-4f69-a861-3317965d7ca7" providerId="ADAL" clId="{2A1AD79A-1FAF-4A5E-8134-76298F697EE7}" dt="2023-03-15T13:27:35.335" v="98"/>
        <pc:sldMkLst>
          <pc:docMk/>
          <pc:sldMk cId="2429606254" sldId="303"/>
        </pc:sldMkLst>
      </pc:sldChg>
    </pc:docChg>
  </pc:docChgLst>
  <pc:docChgLst>
    <pc:chgData name="Peter James" userId="42ed6fb6-03df-44fa-ad94-6bcf829c2de6" providerId="ADAL" clId="{B0CC1EE2-2D08-48B1-BCFD-96573F377609}"/>
    <pc:docChg chg="addSld modSld">
      <pc:chgData name="Peter James" userId="42ed6fb6-03df-44fa-ad94-6bcf829c2de6" providerId="ADAL" clId="{B0CC1EE2-2D08-48B1-BCFD-96573F377609}" dt="2023-03-29T15:12:02.138" v="146" actId="20577"/>
      <pc:docMkLst>
        <pc:docMk/>
      </pc:docMkLst>
      <pc:sldChg chg="addCm">
        <pc:chgData name="Peter James" userId="42ed6fb6-03df-44fa-ad94-6bcf829c2de6" providerId="ADAL" clId="{B0CC1EE2-2D08-48B1-BCFD-96573F377609}" dt="2023-03-29T14:20:29.921" v="9"/>
        <pc:sldMkLst>
          <pc:docMk/>
          <pc:sldMk cId="3813521142" sldId="261"/>
        </pc:sldMkLst>
        <pc:extLst>
          <p:ext xmlns:p="http://schemas.openxmlformats.org/presentationml/2006/main" uri="{D6D511B9-2390-475A-947B-AFAB55BFBCF1}">
            <pc226:cmChg xmlns:pc226="http://schemas.microsoft.com/office/powerpoint/2022/06/main/command" chg="add">
              <pc226:chgData name="Peter James" userId="42ed6fb6-03df-44fa-ad94-6bcf829c2de6" providerId="ADAL" clId="{B0CC1EE2-2D08-48B1-BCFD-96573F377609}" dt="2023-03-29T14:20:29.921" v="9"/>
              <pc2:cmMkLst xmlns:pc2="http://schemas.microsoft.com/office/powerpoint/2019/9/main/command">
                <pc:docMk/>
                <pc:sldMk cId="3813521142" sldId="261"/>
                <pc2:cmMk id="{C5C6F60E-2368-43E7-80E1-BA6C98216053}"/>
              </pc2:cmMkLst>
            </pc226:cmChg>
          </p:ext>
        </pc:extLst>
      </pc:sldChg>
      <pc:sldChg chg="modSp addCm">
        <pc:chgData name="Peter James" userId="42ed6fb6-03df-44fa-ad94-6bcf829c2de6" providerId="ADAL" clId="{B0CC1EE2-2D08-48B1-BCFD-96573F377609}" dt="2023-03-29T14:44:06.764" v="85"/>
        <pc:sldMkLst>
          <pc:docMk/>
          <pc:sldMk cId="607445658" sldId="266"/>
        </pc:sldMkLst>
        <pc:graphicFrameChg chg="mod">
          <ac:chgData name="Peter James" userId="42ed6fb6-03df-44fa-ad94-6bcf829c2de6" providerId="ADAL" clId="{B0CC1EE2-2D08-48B1-BCFD-96573F377609}" dt="2023-03-29T14:42:14.437" v="84" actId="20577"/>
          <ac:graphicFrameMkLst>
            <pc:docMk/>
            <pc:sldMk cId="607445658" sldId="266"/>
            <ac:graphicFrameMk id="10" creationId="{B939FF02-8B68-FAB4-A768-3D1CA00D4B9F}"/>
          </ac:graphicFrameMkLst>
        </pc:graphicFrameChg>
        <pc:extLst>
          <p:ext xmlns:p="http://schemas.openxmlformats.org/presentationml/2006/main" uri="{D6D511B9-2390-475A-947B-AFAB55BFBCF1}">
            <pc226:cmChg xmlns:pc226="http://schemas.microsoft.com/office/powerpoint/2022/06/main/command" chg="add">
              <pc226:chgData name="Peter James" userId="42ed6fb6-03df-44fa-ad94-6bcf829c2de6" providerId="ADAL" clId="{B0CC1EE2-2D08-48B1-BCFD-96573F377609}" dt="2023-03-29T14:44:06.764" v="85"/>
              <pc2:cmMkLst xmlns:pc2="http://schemas.microsoft.com/office/powerpoint/2019/9/main/command">
                <pc:docMk/>
                <pc:sldMk cId="607445658" sldId="266"/>
                <pc2:cmMk id="{169A59D8-EC97-414B-8C88-FB78DCDFD3C1}"/>
              </pc2:cmMkLst>
            </pc226:cmChg>
          </p:ext>
        </pc:extLst>
      </pc:sldChg>
      <pc:sldChg chg="modSp">
        <pc:chgData name="Peter James" userId="42ed6fb6-03df-44fa-ad94-6bcf829c2de6" providerId="ADAL" clId="{B0CC1EE2-2D08-48B1-BCFD-96573F377609}" dt="2023-03-29T15:12:02.138" v="146" actId="20577"/>
        <pc:sldMkLst>
          <pc:docMk/>
          <pc:sldMk cId="367907448" sldId="267"/>
        </pc:sldMkLst>
        <pc:graphicFrameChg chg="mod">
          <ac:chgData name="Peter James" userId="42ed6fb6-03df-44fa-ad94-6bcf829c2de6" providerId="ADAL" clId="{B0CC1EE2-2D08-48B1-BCFD-96573F377609}" dt="2023-03-29T15:12:02.138" v="146" actId="20577"/>
          <ac:graphicFrameMkLst>
            <pc:docMk/>
            <pc:sldMk cId="367907448" sldId="267"/>
            <ac:graphicFrameMk id="5" creationId="{0FB029B7-0C3B-A1CA-B005-4F8383C8267A}"/>
          </ac:graphicFrameMkLst>
        </pc:graphicFrameChg>
      </pc:sldChg>
      <pc:sldChg chg="addCm">
        <pc:chgData name="Peter James" userId="42ed6fb6-03df-44fa-ad94-6bcf829c2de6" providerId="ADAL" clId="{B0CC1EE2-2D08-48B1-BCFD-96573F377609}" dt="2023-03-29T14:04:53.954" v="0"/>
        <pc:sldMkLst>
          <pc:docMk/>
          <pc:sldMk cId="531027773" sldId="282"/>
        </pc:sldMkLst>
        <pc:extLst>
          <p:ext xmlns:p="http://schemas.openxmlformats.org/presentationml/2006/main" uri="{D6D511B9-2390-475A-947B-AFAB55BFBCF1}">
            <pc226:cmChg xmlns:pc226="http://schemas.microsoft.com/office/powerpoint/2022/06/main/command" chg="add">
              <pc226:chgData name="Peter James" userId="42ed6fb6-03df-44fa-ad94-6bcf829c2de6" providerId="ADAL" clId="{B0CC1EE2-2D08-48B1-BCFD-96573F377609}" dt="2023-03-29T14:04:53.954" v="0"/>
              <pc2:cmMkLst xmlns:pc2="http://schemas.microsoft.com/office/powerpoint/2019/9/main/command">
                <pc:docMk/>
                <pc:sldMk cId="531027773" sldId="282"/>
                <pc2:cmMk id="{5CBD5D26-0D30-45C7-B957-F7709B0E0F1E}"/>
              </pc2:cmMkLst>
            </pc226:cmChg>
          </p:ext>
        </pc:extLst>
      </pc:sldChg>
      <pc:sldChg chg="addCm">
        <pc:chgData name="Peter James" userId="42ed6fb6-03df-44fa-ad94-6bcf829c2de6" providerId="ADAL" clId="{B0CC1EE2-2D08-48B1-BCFD-96573F377609}" dt="2023-03-29T14:14:27.859" v="1"/>
        <pc:sldMkLst>
          <pc:docMk/>
          <pc:sldMk cId="1062651235" sldId="289"/>
        </pc:sldMkLst>
        <pc:extLst>
          <p:ext xmlns:p="http://schemas.openxmlformats.org/presentationml/2006/main" uri="{D6D511B9-2390-475A-947B-AFAB55BFBCF1}">
            <pc226:cmChg xmlns:pc226="http://schemas.microsoft.com/office/powerpoint/2022/06/main/command" chg="add">
              <pc226:chgData name="Peter James" userId="42ed6fb6-03df-44fa-ad94-6bcf829c2de6" providerId="ADAL" clId="{B0CC1EE2-2D08-48B1-BCFD-96573F377609}" dt="2023-03-29T14:14:27.859" v="1"/>
              <pc2:cmMkLst xmlns:pc2="http://schemas.microsoft.com/office/powerpoint/2019/9/main/command">
                <pc:docMk/>
                <pc:sldMk cId="1062651235" sldId="289"/>
                <pc2:cmMk id="{6143D632-A8E3-4269-9938-1492A2B904B5}"/>
              </pc2:cmMkLst>
            </pc226:cmChg>
          </p:ext>
        </pc:extLst>
      </pc:sldChg>
      <pc:sldChg chg="addCm">
        <pc:chgData name="Peter James" userId="42ed6fb6-03df-44fa-ad94-6bcf829c2de6" providerId="ADAL" clId="{B0CC1EE2-2D08-48B1-BCFD-96573F377609}" dt="2023-03-29T14:14:58.127" v="2"/>
        <pc:sldMkLst>
          <pc:docMk/>
          <pc:sldMk cId="1275412135" sldId="298"/>
        </pc:sldMkLst>
        <pc:extLst>
          <p:ext xmlns:p="http://schemas.openxmlformats.org/presentationml/2006/main" uri="{D6D511B9-2390-475A-947B-AFAB55BFBCF1}">
            <pc226:cmChg xmlns:pc226="http://schemas.microsoft.com/office/powerpoint/2022/06/main/command" chg="add">
              <pc226:chgData name="Peter James" userId="42ed6fb6-03df-44fa-ad94-6bcf829c2de6" providerId="ADAL" clId="{B0CC1EE2-2D08-48B1-BCFD-96573F377609}" dt="2023-03-29T14:14:58.127" v="2"/>
              <pc2:cmMkLst xmlns:pc2="http://schemas.microsoft.com/office/powerpoint/2019/9/main/command">
                <pc:docMk/>
                <pc:sldMk cId="1275412135" sldId="298"/>
                <pc2:cmMk id="{755F4503-BC8F-40A7-8774-E031ADD18409}"/>
              </pc2:cmMkLst>
            </pc226:cmChg>
          </p:ext>
        </pc:extLst>
      </pc:sldChg>
      <pc:sldChg chg="addCm">
        <pc:chgData name="Peter James" userId="42ed6fb6-03df-44fa-ad94-6bcf829c2de6" providerId="ADAL" clId="{B0CC1EE2-2D08-48B1-BCFD-96573F377609}" dt="2023-03-29T14:27:53.715" v="11"/>
        <pc:sldMkLst>
          <pc:docMk/>
          <pc:sldMk cId="1357802719" sldId="306"/>
        </pc:sldMkLst>
        <pc:extLst>
          <p:ext xmlns:p="http://schemas.openxmlformats.org/presentationml/2006/main" uri="{D6D511B9-2390-475A-947B-AFAB55BFBCF1}">
            <pc226:cmChg xmlns:pc226="http://schemas.microsoft.com/office/powerpoint/2022/06/main/command" chg="add">
              <pc226:chgData name="Peter James" userId="42ed6fb6-03df-44fa-ad94-6bcf829c2de6" providerId="ADAL" clId="{B0CC1EE2-2D08-48B1-BCFD-96573F377609}" dt="2023-03-29T14:27:53.715" v="11"/>
              <pc2:cmMkLst xmlns:pc2="http://schemas.microsoft.com/office/powerpoint/2019/9/main/command">
                <pc:docMk/>
                <pc:sldMk cId="1357802719" sldId="306"/>
                <pc2:cmMk id="{97B11B8D-1FDB-4D08-8612-6CB35A24306F}"/>
              </pc2:cmMkLst>
            </pc226:cmChg>
          </p:ext>
        </pc:extLst>
      </pc:sldChg>
      <pc:sldChg chg="modSp new mod addCm">
        <pc:chgData name="Peter James" userId="42ed6fb6-03df-44fa-ad94-6bcf829c2de6" providerId="ADAL" clId="{B0CC1EE2-2D08-48B1-BCFD-96573F377609}" dt="2023-03-29T14:26:43.361" v="10"/>
        <pc:sldMkLst>
          <pc:docMk/>
          <pc:sldMk cId="556507150" sldId="308"/>
        </pc:sldMkLst>
        <pc:spChg chg="mod">
          <ac:chgData name="Peter James" userId="42ed6fb6-03df-44fa-ad94-6bcf829c2de6" providerId="ADAL" clId="{B0CC1EE2-2D08-48B1-BCFD-96573F377609}" dt="2023-03-29T14:20:22.136" v="8" actId="20577"/>
          <ac:spMkLst>
            <pc:docMk/>
            <pc:sldMk cId="556507150" sldId="308"/>
            <ac:spMk id="2" creationId="{86DFBAD4-3A66-2CD5-8D9B-6D560CF0FC87}"/>
          </ac:spMkLst>
        </pc:spChg>
        <pc:extLst>
          <p:ext xmlns:p="http://schemas.openxmlformats.org/presentationml/2006/main" uri="{D6D511B9-2390-475A-947B-AFAB55BFBCF1}">
            <pc226:cmChg xmlns:pc226="http://schemas.microsoft.com/office/powerpoint/2022/06/main/command" chg="add">
              <pc226:chgData name="Peter James" userId="42ed6fb6-03df-44fa-ad94-6bcf829c2de6" providerId="ADAL" clId="{B0CC1EE2-2D08-48B1-BCFD-96573F377609}" dt="2023-03-29T14:26:43.361" v="10"/>
              <pc2:cmMkLst xmlns:pc2="http://schemas.microsoft.com/office/powerpoint/2019/9/main/command">
                <pc:docMk/>
                <pc:sldMk cId="556507150" sldId="308"/>
                <pc2:cmMk id="{BC84DDDF-A425-401E-AE39-195D682A68AB}"/>
              </pc2:cmMkLst>
            </pc226:cmChg>
          </p:ext>
        </pc:extLst>
      </pc:sldChg>
    </pc:docChg>
  </pc:docChgLst>
  <pc:docChgLst>
    <pc:chgData name="Peter James" userId="42ed6fb6-03df-44fa-ad94-6bcf829c2de6" providerId="ADAL" clId="{442C9A06-CF44-4BD0-A10C-39A963E10A1A}"/>
    <pc:docChg chg="addSld modSld">
      <pc:chgData name="Peter James" userId="42ed6fb6-03df-44fa-ad94-6bcf829c2de6" providerId="ADAL" clId="{442C9A06-CF44-4BD0-A10C-39A963E10A1A}" dt="2023-04-19T14:33:29.588" v="23"/>
      <pc:docMkLst>
        <pc:docMk/>
      </pc:docMkLst>
      <pc:sldChg chg="modCm">
        <pc:chgData name="Peter James" userId="42ed6fb6-03df-44fa-ad94-6bcf829c2de6" providerId="ADAL" clId="{442C9A06-CF44-4BD0-A10C-39A963E10A1A}" dt="2023-04-19T08:56:46.026" v="1"/>
        <pc:sldMkLst>
          <pc:docMk/>
          <pc:sldMk cId="531027773" sldId="282"/>
        </pc:sldMkLst>
        <pc:extLst>
          <p:ext xmlns:p="http://schemas.openxmlformats.org/presentationml/2006/main" uri="{D6D511B9-2390-475A-947B-AFAB55BFBCF1}">
            <pc226:cmChg xmlns:pc226="http://schemas.microsoft.com/office/powerpoint/2022/06/main/command" chg="">
              <pc226:chgData name="Peter James" userId="42ed6fb6-03df-44fa-ad94-6bcf829c2de6" providerId="ADAL" clId="{442C9A06-CF44-4BD0-A10C-39A963E10A1A}" dt="2023-04-19T08:56:46.026" v="1"/>
              <pc2:cmMkLst xmlns:pc2="http://schemas.microsoft.com/office/powerpoint/2019/9/main/command">
                <pc:docMk/>
                <pc:sldMk cId="531027773" sldId="282"/>
                <pc2:cmMk id="{5CBD5D26-0D30-45C7-B957-F7709B0E0F1E}"/>
              </pc2:cmMkLst>
              <pc226:cmRplyChg chg="add mod">
                <pc226:chgData name="Peter James" userId="42ed6fb6-03df-44fa-ad94-6bcf829c2de6" providerId="ADAL" clId="{442C9A06-CF44-4BD0-A10C-39A963E10A1A}" dt="2023-04-19T08:56:46.026" v="1"/>
                <pc2:cmRplyMkLst xmlns:pc2="http://schemas.microsoft.com/office/powerpoint/2019/9/main/command">
                  <pc:docMk/>
                  <pc:sldMk cId="531027773" sldId="282"/>
                  <pc2:cmMk id="{5CBD5D26-0D30-45C7-B957-F7709B0E0F1E}"/>
                  <pc2:cmRplyMk id="{21511769-414B-4F33-B430-2BA706411901}"/>
                </pc2:cmRplyMkLst>
              </pc226:cmRplyChg>
            </pc226:cmChg>
          </p:ext>
        </pc:extLst>
      </pc:sldChg>
      <pc:sldChg chg="modSp new mod">
        <pc:chgData name="Peter James" userId="42ed6fb6-03df-44fa-ad94-6bcf829c2de6" providerId="ADAL" clId="{442C9A06-CF44-4BD0-A10C-39A963E10A1A}" dt="2023-04-19T14:33:29.588" v="23"/>
        <pc:sldMkLst>
          <pc:docMk/>
          <pc:sldMk cId="341284418" sldId="309"/>
        </pc:sldMkLst>
        <pc:spChg chg="mod">
          <ac:chgData name="Peter James" userId="42ed6fb6-03df-44fa-ad94-6bcf829c2de6" providerId="ADAL" clId="{442C9A06-CF44-4BD0-A10C-39A963E10A1A}" dt="2023-04-19T09:33:38.293" v="10" actId="20577"/>
          <ac:spMkLst>
            <pc:docMk/>
            <pc:sldMk cId="341284418" sldId="309"/>
            <ac:spMk id="2" creationId="{754D8F78-D80B-DFE9-365D-2F98AA66D98A}"/>
          </ac:spMkLst>
        </pc:spChg>
        <pc:spChg chg="mod">
          <ac:chgData name="Peter James" userId="42ed6fb6-03df-44fa-ad94-6bcf829c2de6" providerId="ADAL" clId="{442C9A06-CF44-4BD0-A10C-39A963E10A1A}" dt="2023-04-19T14:33:29.588" v="23"/>
          <ac:spMkLst>
            <pc:docMk/>
            <pc:sldMk cId="341284418" sldId="309"/>
            <ac:spMk id="3" creationId="{8BE0BC3B-8DEF-2F86-FDFB-97B9A1EE0E8C}"/>
          </ac:spMkLst>
        </pc:spChg>
      </pc:sldChg>
      <pc:sldChg chg="modSp new mod">
        <pc:chgData name="Peter James" userId="42ed6fb6-03df-44fa-ad94-6bcf829c2de6" providerId="ADAL" clId="{442C9A06-CF44-4BD0-A10C-39A963E10A1A}" dt="2023-04-19T14:33:02.252" v="20"/>
        <pc:sldMkLst>
          <pc:docMk/>
          <pc:sldMk cId="2402229061" sldId="310"/>
        </pc:sldMkLst>
        <pc:spChg chg="mod">
          <ac:chgData name="Peter James" userId="42ed6fb6-03df-44fa-ad94-6bcf829c2de6" providerId="ADAL" clId="{442C9A06-CF44-4BD0-A10C-39A963E10A1A}" dt="2023-04-19T09:33:51.244" v="19" actId="20577"/>
          <ac:spMkLst>
            <pc:docMk/>
            <pc:sldMk cId="2402229061" sldId="310"/>
            <ac:spMk id="2" creationId="{06F82F2B-E96D-DB94-0207-6E030F99DBCD}"/>
          </ac:spMkLst>
        </pc:spChg>
        <pc:spChg chg="mod">
          <ac:chgData name="Peter James" userId="42ed6fb6-03df-44fa-ad94-6bcf829c2de6" providerId="ADAL" clId="{442C9A06-CF44-4BD0-A10C-39A963E10A1A}" dt="2023-04-19T14:33:02.252" v="20"/>
          <ac:spMkLst>
            <pc:docMk/>
            <pc:sldMk cId="2402229061" sldId="310"/>
            <ac:spMk id="3" creationId="{409A6B44-1928-70DD-AEAF-1F5466ACD2D7}"/>
          </ac:spMkLst>
        </pc:spChg>
      </pc:sldChg>
    </pc:docChg>
  </pc:docChgLst>
  <pc:docChgLst>
    <pc:chgData name="Peter James" userId="42ed6fb6-03df-44fa-ad94-6bcf829c2de6" providerId="ADAL" clId="{3EA99F61-A373-4846-87A6-AA3590B02E1C}"/>
    <pc:docChg chg="undo custSel addSld delSld">
      <pc:chgData name="Peter James" userId="42ed6fb6-03df-44fa-ad94-6bcf829c2de6" providerId="ADAL" clId="{3EA99F61-A373-4846-87A6-AA3590B02E1C}" dt="2023-02-27T11:57:40.512" v="13" actId="47"/>
      <pc:docMkLst>
        <pc:docMk/>
      </pc:docMkLst>
      <pc:sldChg chg="add del">
        <pc:chgData name="Peter James" userId="42ed6fb6-03df-44fa-ad94-6bcf829c2de6" providerId="ADAL" clId="{3EA99F61-A373-4846-87A6-AA3590B02E1C}" dt="2023-02-27T11:21:09.679" v="11" actId="47"/>
        <pc:sldMkLst>
          <pc:docMk/>
          <pc:sldMk cId="1062651235" sldId="289"/>
        </pc:sldMkLst>
      </pc:sldChg>
      <pc:sldChg chg="add del">
        <pc:chgData name="Peter James" userId="42ed6fb6-03df-44fa-ad94-6bcf829c2de6" providerId="ADAL" clId="{3EA99F61-A373-4846-87A6-AA3590B02E1C}" dt="2023-02-27T11:21:07.983" v="6" actId="47"/>
        <pc:sldMkLst>
          <pc:docMk/>
          <pc:sldMk cId="4059682682" sldId="296"/>
        </pc:sldMkLst>
      </pc:sldChg>
      <pc:sldChg chg="add del">
        <pc:chgData name="Peter James" userId="42ed6fb6-03df-44fa-ad94-6bcf829c2de6" providerId="ADAL" clId="{3EA99F61-A373-4846-87A6-AA3590B02E1C}" dt="2023-02-27T11:21:09.402" v="10" actId="47"/>
        <pc:sldMkLst>
          <pc:docMk/>
          <pc:sldMk cId="1275412135" sldId="298"/>
        </pc:sldMkLst>
      </pc:sldChg>
      <pc:sldChg chg="add del">
        <pc:chgData name="Peter James" userId="42ed6fb6-03df-44fa-ad94-6bcf829c2de6" providerId="ADAL" clId="{3EA99F61-A373-4846-87A6-AA3590B02E1C}" dt="2023-02-27T11:50:13.436" v="12" actId="47"/>
        <pc:sldMkLst>
          <pc:docMk/>
          <pc:sldMk cId="2934959320" sldId="299"/>
        </pc:sldMkLst>
      </pc:sldChg>
      <pc:sldChg chg="add del">
        <pc:chgData name="Peter James" userId="42ed6fb6-03df-44fa-ad94-6bcf829c2de6" providerId="ADAL" clId="{3EA99F61-A373-4846-87A6-AA3590B02E1C}" dt="2023-02-27T11:57:40.512" v="13" actId="47"/>
        <pc:sldMkLst>
          <pc:docMk/>
          <pc:sldMk cId="231026271" sldId="300"/>
        </pc:sldMkLst>
      </pc:sldChg>
      <pc:sldChg chg="add del">
        <pc:chgData name="Peter James" userId="42ed6fb6-03df-44fa-ad94-6bcf829c2de6" providerId="ADAL" clId="{3EA99F61-A373-4846-87A6-AA3590B02E1C}" dt="2023-02-27T11:21:08.476" v="7" actId="47"/>
        <pc:sldMkLst>
          <pc:docMk/>
          <pc:sldMk cId="3283290189" sldId="302"/>
        </pc:sldMkLst>
      </pc:sldChg>
    </pc:docChg>
  </pc:docChgLst>
</pc:chgInfo>
</file>

<file path=ppt/comments/modernComment_10A_2434E29A.xml><?xml version="1.0" encoding="utf-8"?>
<p188:cmLst xmlns:a="http://schemas.openxmlformats.org/drawingml/2006/main" xmlns:r="http://schemas.openxmlformats.org/officeDocument/2006/relationships" xmlns:p188="http://schemas.microsoft.com/office/powerpoint/2018/8/main">
  <p188:cm id="{169A59D8-EC97-414B-8C88-FB78DCDFD3C1}" authorId="{AE968806-7CF2-7AD1-17BF-5504E56CC390}" created="2023-03-29T14:44:06.663">
    <pc:sldMkLst xmlns:pc="http://schemas.microsoft.com/office/powerpoint/2013/main/command">
      <pc:docMk/>
      <pc:sldMk cId="607445658" sldId="266"/>
    </pc:sldMkLst>
    <p188:txBody>
      <a:bodyPr/>
      <a:lstStyle/>
      <a:p>
        <a:r>
          <a:rPr lang="en-GB"/>
          <a:t>Examples:
- satisfactory responses usually are not about the resolution but about how empathetic engineers have been with clients</a:t>
        </a:r>
      </a:p>
    </p188:txBody>
  </p188:cm>
</p188:cmLst>
</file>

<file path=ppt/comments/modernComment_11A_1FA6D73D.xml><?xml version="1.0" encoding="utf-8"?>
<p188:cmLst xmlns:a="http://schemas.openxmlformats.org/drawingml/2006/main" xmlns:r="http://schemas.openxmlformats.org/officeDocument/2006/relationships" xmlns:p188="http://schemas.microsoft.com/office/powerpoint/2018/8/main">
  <p188:cm id="{5CBD5D26-0D30-45C7-B957-F7709B0E0F1E}" authorId="{AE968806-7CF2-7AD1-17BF-5504E56CC390}" created="2023-03-29T14:04:53.909">
    <pc:sldMkLst xmlns:pc="http://schemas.microsoft.com/office/powerpoint/2013/main/command">
      <pc:docMk/>
      <pc:sldMk cId="531027773" sldId="282"/>
    </pc:sldMkLst>
    <p188:replyLst>
      <p188:reply id="{21511769-414B-4F33-B430-2BA706411901}" authorId="{AE968806-7CF2-7AD1-17BF-5504E56CC390}" created="2023-04-19T08:56:29.157">
        <p188:txBody>
          <a:bodyPr/>
          <a:lstStyle/>
          <a:p>
            <a:r>
              <a:rPr lang="en-GB"/>
              <a:t>Okonofua and colleagues found empathy from parole officers can prevent adults on probation from reoffending (PNAS, Vol. 118, No. 14, 2021).</a:t>
            </a:r>
          </a:p>
        </p188:txBody>
      </p188:reply>
    </p188:replyLst>
    <p188:txBody>
      <a:bodyPr/>
      <a:lstStyle/>
      <a:p>
        <a:r>
          <a:rPr lang="en-GB"/>
          <a:t>Fix old references
- Challenges with empathy for 1st and 2nd second as to how a lot of them may not have had the opportunity to work in the office 
- Consider relevant points with 1st and 2nd line
- Consider how they can read empathy from emails, calls and video
- Bring the article up to date with what is going on now</a:t>
        </a:r>
      </a:p>
    </p188:txBody>
  </p188:cm>
</p188:cmLst>
</file>

<file path=ppt/comments/modernComment_12A_4C053EA7.xml><?xml version="1.0" encoding="utf-8"?>
<p188:cmLst xmlns:a="http://schemas.openxmlformats.org/drawingml/2006/main" xmlns:r="http://schemas.openxmlformats.org/officeDocument/2006/relationships" xmlns:p188="http://schemas.microsoft.com/office/powerpoint/2018/8/main">
  <p188:cm id="{755F4503-BC8F-40A7-8774-E031ADD18409}" authorId="{AE968806-7CF2-7AD1-17BF-5504E56CC390}" created="2023-03-29T14:14:58.102">
    <pc:sldMkLst xmlns:pc="http://schemas.microsoft.com/office/powerpoint/2013/main/command">
      <pc:docMk/>
      <pc:sldMk cId="1275412135" sldId="298"/>
    </pc:sldMkLst>
    <p188:txBody>
      <a:bodyPr/>
      <a:lstStyle/>
      <a:p>
        <a:r>
          <a:rPr lang="en-GB"/>
          <a:t>Relate to service desk
- Empathy with a ServiceDesk roles makes it easier for the customer to corporate with the engineer</a:t>
        </a:r>
      </a:p>
    </p188:txBody>
  </p188:cm>
</p188:cmLst>
</file>

<file path=ppt/comments/modernComment_105_E34DB6F6.xml><?xml version="1.0" encoding="utf-8"?>
<p188:cmLst xmlns:a="http://schemas.openxmlformats.org/drawingml/2006/main" xmlns:r="http://schemas.openxmlformats.org/officeDocument/2006/relationships" xmlns:p188="http://schemas.microsoft.com/office/powerpoint/2018/8/main">
  <p188:cm id="{C5C6F60E-2368-43E7-80E1-BA6C98216053}" authorId="{AE968806-7CF2-7AD1-17BF-5504E56CC390}" created="2023-03-29T14:20:29.892">
    <pc:sldMkLst xmlns:pc="http://schemas.microsoft.com/office/powerpoint/2013/main/command">
      <pc:docMk/>
      <pc:sldMk cId="3813521142" sldId="261"/>
    </pc:sldMkLst>
    <p188:txBody>
      <a:bodyPr/>
      <a:lstStyle/>
      <a:p>
        <a:r>
          <a:rPr lang="en-GB"/>
          <a:t>Definition:
Use empathy to build relationship</a:t>
        </a:r>
      </a:p>
    </p188:txBody>
  </p188:cm>
</p188:cmLst>
</file>

<file path=ppt/comments/modernComment_121_3F56C563.xml><?xml version="1.0" encoding="utf-8"?>
<p188:cmLst xmlns:a="http://schemas.openxmlformats.org/drawingml/2006/main" xmlns:r="http://schemas.openxmlformats.org/officeDocument/2006/relationships" xmlns:p188="http://schemas.microsoft.com/office/powerpoint/2018/8/main">
  <p188:cm id="{6143D632-A8E3-4269-9938-1492A2B904B5}" authorId="{AE968806-7CF2-7AD1-17BF-5504E56CC390}" created="2023-03-29T14:14:27.835">
    <pc:sldMkLst xmlns:pc="http://schemas.microsoft.com/office/powerpoint/2013/main/command">
      <pc:docMk/>
      <pc:sldMk cId="1062651235" sldId="289"/>
    </pc:sldMkLst>
    <p188:txBody>
      <a:bodyPr/>
      <a:lstStyle/>
      <a:p>
        <a:r>
          <a:rPr lang="en-GB"/>
          <a:t>Relate to service desk
- Empathy with a ServiceDesk roles makes it easier for the customer to corporate with the engineer</a:t>
        </a:r>
      </a:p>
    </p188:txBody>
  </p188:cm>
</p188:cmLst>
</file>

<file path=ppt/comments/modernComment_132_50EE6CDF.xml><?xml version="1.0" encoding="utf-8"?>
<p188:cmLst xmlns:a="http://schemas.openxmlformats.org/drawingml/2006/main" xmlns:r="http://schemas.openxmlformats.org/officeDocument/2006/relationships" xmlns:p188="http://schemas.microsoft.com/office/powerpoint/2018/8/main">
  <p188:cm id="{97B11B8D-1FDB-4D08-8612-6CB35A24306F}" authorId="{AE968806-7CF2-7AD1-17BF-5504E56CC390}" created="2023-03-29T14:27:53.693">
    <pc:sldMkLst xmlns:pc="http://schemas.microsoft.com/office/powerpoint/2013/main/command">
      <pc:docMk/>
      <pc:sldMk cId="1357802719" sldId="306"/>
    </pc:sldMkLst>
    <p188:txBody>
      <a:bodyPr/>
      <a:lstStyle/>
      <a:p>
        <a:r>
          <a:rPr lang="en-GB"/>
          <a:t>- Task on the response
- </a:t>
        </a:r>
      </a:p>
    </p188:txBody>
  </p188:cm>
</p188:cmLst>
</file>

<file path=ppt/comments/modernComment_134_212BA00E.xml><?xml version="1.0" encoding="utf-8"?>
<p188:cmLst xmlns:a="http://schemas.openxmlformats.org/drawingml/2006/main" xmlns:r="http://schemas.openxmlformats.org/officeDocument/2006/relationships" xmlns:p188="http://schemas.microsoft.com/office/powerpoint/2018/8/main">
  <p188:cm id="{BC84DDDF-A425-401E-AE39-195D682A68AB}" authorId="{AE968806-7CF2-7AD1-17BF-5504E56CC390}" created="2023-03-29T14:26:43.342">
    <pc:sldMkLst xmlns:pc="http://schemas.microsoft.com/office/powerpoint/2013/main/command">
      <pc:docMk/>
      <pc:sldMk cId="556507150" sldId="308"/>
    </pc:sldMkLst>
    <p188:txBody>
      <a:bodyPr/>
      <a:lstStyle/>
      <a:p>
        <a:r>
          <a:rPr lang="en-GB"/>
          <a:t>- It is okay to send some time try to understand the customer's problem </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F01636-E772-49F4-8FE7-969B7D5CC9F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FC6BC27-DFCC-43D6-BA32-2A0545220236}">
      <dgm:prSet custT="1"/>
      <dgm:spPr/>
      <dgm:t>
        <a:bodyPr/>
        <a:lstStyle/>
        <a:p>
          <a:pPr>
            <a:lnSpc>
              <a:spcPct val="100000"/>
            </a:lnSpc>
          </a:pPr>
          <a:r>
            <a:rPr lang="en-GB" sz="1400"/>
            <a:t>Empathy is the ability to emotionally understand what other people feel, see things from their point of view, and imagine yourself in their place. Essentially, it is putting yourself in someone else's position and feeling what they are feeling. </a:t>
          </a:r>
          <a:r>
            <a:rPr lang="en-GB" sz="1050"/>
            <a:t>verywellmind.com</a:t>
          </a:r>
          <a:endParaRPr lang="en-US" sz="1400"/>
        </a:p>
      </dgm:t>
    </dgm:pt>
    <dgm:pt modelId="{74DF05FB-7F89-451D-87A6-937A37E194B5}" type="parTrans" cxnId="{BC0C8A91-467C-49C7-AAAC-BE1D2612E885}">
      <dgm:prSet/>
      <dgm:spPr/>
      <dgm:t>
        <a:bodyPr/>
        <a:lstStyle/>
        <a:p>
          <a:endParaRPr lang="en-US"/>
        </a:p>
      </dgm:t>
    </dgm:pt>
    <dgm:pt modelId="{F9F7D389-2F2C-48C3-A8DE-94D53352C8A8}" type="sibTrans" cxnId="{BC0C8A91-467C-49C7-AAAC-BE1D2612E885}">
      <dgm:prSet/>
      <dgm:spPr/>
      <dgm:t>
        <a:bodyPr/>
        <a:lstStyle/>
        <a:p>
          <a:endParaRPr lang="en-US"/>
        </a:p>
      </dgm:t>
    </dgm:pt>
    <dgm:pt modelId="{6C567417-51A1-4D7F-B5F1-7BE6F9014B1D}">
      <dgm:prSet custT="1"/>
      <dgm:spPr/>
      <dgm:t>
        <a:bodyPr/>
        <a:lstStyle/>
        <a:p>
          <a:pPr>
            <a:lnSpc>
              <a:spcPct val="100000"/>
            </a:lnSpc>
          </a:pPr>
          <a:r>
            <a:rPr lang="en-GB" sz="1400" b="0" i="0"/>
            <a:t>“It is the action of understanding, being aware of, being sensitive to, and vicariously experiencing the feelings, thoughts, and experience of another.“ </a:t>
          </a:r>
        </a:p>
        <a:p>
          <a:pPr>
            <a:lnSpc>
              <a:spcPct val="100000"/>
            </a:lnSpc>
          </a:pPr>
          <a:r>
            <a:rPr lang="en-GB" sz="1050" b="0" i="0"/>
            <a:t>Merriam-Webster</a:t>
          </a:r>
          <a:endParaRPr lang="en-US" sz="1400"/>
        </a:p>
      </dgm:t>
    </dgm:pt>
    <dgm:pt modelId="{FE9CABB6-82D3-4E57-96BF-E56DB024A03C}" type="parTrans" cxnId="{5B02E2EC-5067-402E-898D-4631CE241B6B}">
      <dgm:prSet/>
      <dgm:spPr/>
      <dgm:t>
        <a:bodyPr/>
        <a:lstStyle/>
        <a:p>
          <a:endParaRPr lang="en-US"/>
        </a:p>
      </dgm:t>
    </dgm:pt>
    <dgm:pt modelId="{7204D215-E6BD-4C4C-B747-C3298246EE8F}" type="sibTrans" cxnId="{5B02E2EC-5067-402E-898D-4631CE241B6B}">
      <dgm:prSet/>
      <dgm:spPr/>
      <dgm:t>
        <a:bodyPr/>
        <a:lstStyle/>
        <a:p>
          <a:endParaRPr lang="en-US"/>
        </a:p>
      </dgm:t>
    </dgm:pt>
    <dgm:pt modelId="{625372F8-7336-4148-BB60-2D2568220EAF}" type="pres">
      <dgm:prSet presAssocID="{AEF01636-E772-49F4-8FE7-969B7D5CC9F8}" presName="root" presStyleCnt="0">
        <dgm:presLayoutVars>
          <dgm:dir/>
          <dgm:resizeHandles val="exact"/>
        </dgm:presLayoutVars>
      </dgm:prSet>
      <dgm:spPr/>
    </dgm:pt>
    <dgm:pt modelId="{422CFC55-2F27-43A8-B88D-03370DABF319}" type="pres">
      <dgm:prSet presAssocID="{7FC6BC27-DFCC-43D6-BA32-2A0545220236}" presName="compNode" presStyleCnt="0"/>
      <dgm:spPr/>
    </dgm:pt>
    <dgm:pt modelId="{D8D170CB-B1DC-4F8B-8887-B3367C9818BD}" type="pres">
      <dgm:prSet presAssocID="{7FC6BC27-DFCC-43D6-BA32-2A0545220236}" presName="bgRect" presStyleLbl="bgShp" presStyleIdx="0" presStyleCnt="2"/>
      <dgm:spPr/>
    </dgm:pt>
    <dgm:pt modelId="{0CC95E8B-CE24-42E8-96F0-EB5228B54598}" type="pres">
      <dgm:prSet presAssocID="{7FC6BC27-DFCC-43D6-BA32-2A054522023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rvous Face with Solid Fill"/>
        </a:ext>
      </dgm:extLst>
    </dgm:pt>
    <dgm:pt modelId="{E0D48214-0CBF-4CE8-B45E-7E7F72C01FCE}" type="pres">
      <dgm:prSet presAssocID="{7FC6BC27-DFCC-43D6-BA32-2A0545220236}" presName="spaceRect" presStyleCnt="0"/>
      <dgm:spPr/>
    </dgm:pt>
    <dgm:pt modelId="{BC819D58-7745-4086-AC32-8D4F18301CB9}" type="pres">
      <dgm:prSet presAssocID="{7FC6BC27-DFCC-43D6-BA32-2A0545220236}" presName="parTx" presStyleLbl="revTx" presStyleIdx="0" presStyleCnt="2">
        <dgm:presLayoutVars>
          <dgm:chMax val="0"/>
          <dgm:chPref val="0"/>
        </dgm:presLayoutVars>
      </dgm:prSet>
      <dgm:spPr/>
    </dgm:pt>
    <dgm:pt modelId="{E0EE9BEA-9574-44D7-9D92-FC6CDCC5D210}" type="pres">
      <dgm:prSet presAssocID="{F9F7D389-2F2C-48C3-A8DE-94D53352C8A8}" presName="sibTrans" presStyleCnt="0"/>
      <dgm:spPr/>
    </dgm:pt>
    <dgm:pt modelId="{BB3BFC5C-C2DD-4D3E-BBA5-C9A9B4AC3D5F}" type="pres">
      <dgm:prSet presAssocID="{6C567417-51A1-4D7F-B5F1-7BE6F9014B1D}" presName="compNode" presStyleCnt="0"/>
      <dgm:spPr/>
    </dgm:pt>
    <dgm:pt modelId="{6B35AEBE-5772-4141-84EE-C57C9052896E}" type="pres">
      <dgm:prSet presAssocID="{6C567417-51A1-4D7F-B5F1-7BE6F9014B1D}" presName="bgRect" presStyleLbl="bgShp" presStyleIdx="1" presStyleCnt="2"/>
      <dgm:spPr/>
    </dgm:pt>
    <dgm:pt modelId="{9EB4B293-6765-4072-B299-6663F9AC6F34}" type="pres">
      <dgm:prSet presAssocID="{6C567417-51A1-4D7F-B5F1-7BE6F9014B1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AED736C2-D41C-45F0-AC9C-5739AC67A573}" type="pres">
      <dgm:prSet presAssocID="{6C567417-51A1-4D7F-B5F1-7BE6F9014B1D}" presName="spaceRect" presStyleCnt="0"/>
      <dgm:spPr/>
    </dgm:pt>
    <dgm:pt modelId="{EA4631F0-5D45-42AB-AD44-88C341BF8C36}" type="pres">
      <dgm:prSet presAssocID="{6C567417-51A1-4D7F-B5F1-7BE6F9014B1D}" presName="parTx" presStyleLbl="revTx" presStyleIdx="1" presStyleCnt="2">
        <dgm:presLayoutVars>
          <dgm:chMax val="0"/>
          <dgm:chPref val="0"/>
        </dgm:presLayoutVars>
      </dgm:prSet>
      <dgm:spPr/>
    </dgm:pt>
  </dgm:ptLst>
  <dgm:cxnLst>
    <dgm:cxn modelId="{A240C218-C797-4872-87B7-760B38211F9D}" type="presOf" srcId="{7FC6BC27-DFCC-43D6-BA32-2A0545220236}" destId="{BC819D58-7745-4086-AC32-8D4F18301CB9}" srcOrd="0" destOrd="0" presId="urn:microsoft.com/office/officeart/2018/2/layout/IconVerticalSolidList"/>
    <dgm:cxn modelId="{45C25F6F-D988-4C87-9BC9-2D7479070945}" type="presOf" srcId="{6C567417-51A1-4D7F-B5F1-7BE6F9014B1D}" destId="{EA4631F0-5D45-42AB-AD44-88C341BF8C36}" srcOrd="0" destOrd="0" presId="urn:microsoft.com/office/officeart/2018/2/layout/IconVerticalSolidList"/>
    <dgm:cxn modelId="{AD68507E-C328-421D-9041-71B77C4B0A90}" type="presOf" srcId="{AEF01636-E772-49F4-8FE7-969B7D5CC9F8}" destId="{625372F8-7336-4148-BB60-2D2568220EAF}" srcOrd="0" destOrd="0" presId="urn:microsoft.com/office/officeart/2018/2/layout/IconVerticalSolidList"/>
    <dgm:cxn modelId="{BC0C8A91-467C-49C7-AAAC-BE1D2612E885}" srcId="{AEF01636-E772-49F4-8FE7-969B7D5CC9F8}" destId="{7FC6BC27-DFCC-43D6-BA32-2A0545220236}" srcOrd="0" destOrd="0" parTransId="{74DF05FB-7F89-451D-87A6-937A37E194B5}" sibTransId="{F9F7D389-2F2C-48C3-A8DE-94D53352C8A8}"/>
    <dgm:cxn modelId="{5B02E2EC-5067-402E-898D-4631CE241B6B}" srcId="{AEF01636-E772-49F4-8FE7-969B7D5CC9F8}" destId="{6C567417-51A1-4D7F-B5F1-7BE6F9014B1D}" srcOrd="1" destOrd="0" parTransId="{FE9CABB6-82D3-4E57-96BF-E56DB024A03C}" sibTransId="{7204D215-E6BD-4C4C-B747-C3298246EE8F}"/>
    <dgm:cxn modelId="{819F0AD1-3790-4295-9939-930CCB83516F}" type="presParOf" srcId="{625372F8-7336-4148-BB60-2D2568220EAF}" destId="{422CFC55-2F27-43A8-B88D-03370DABF319}" srcOrd="0" destOrd="0" presId="urn:microsoft.com/office/officeart/2018/2/layout/IconVerticalSolidList"/>
    <dgm:cxn modelId="{A7450AE0-B106-4D0F-9499-D4CFB551D66D}" type="presParOf" srcId="{422CFC55-2F27-43A8-B88D-03370DABF319}" destId="{D8D170CB-B1DC-4F8B-8887-B3367C9818BD}" srcOrd="0" destOrd="0" presId="urn:microsoft.com/office/officeart/2018/2/layout/IconVerticalSolidList"/>
    <dgm:cxn modelId="{C76AFD9B-BB67-4EF9-AB19-0DD6BD1B0EE7}" type="presParOf" srcId="{422CFC55-2F27-43A8-B88D-03370DABF319}" destId="{0CC95E8B-CE24-42E8-96F0-EB5228B54598}" srcOrd="1" destOrd="0" presId="urn:microsoft.com/office/officeart/2018/2/layout/IconVerticalSolidList"/>
    <dgm:cxn modelId="{8A4B8A58-D3C8-4622-9940-71CD3263DBC1}" type="presParOf" srcId="{422CFC55-2F27-43A8-B88D-03370DABF319}" destId="{E0D48214-0CBF-4CE8-B45E-7E7F72C01FCE}" srcOrd="2" destOrd="0" presId="urn:microsoft.com/office/officeart/2018/2/layout/IconVerticalSolidList"/>
    <dgm:cxn modelId="{56B87E24-C35D-41ED-AF52-330712821AA5}" type="presParOf" srcId="{422CFC55-2F27-43A8-B88D-03370DABF319}" destId="{BC819D58-7745-4086-AC32-8D4F18301CB9}" srcOrd="3" destOrd="0" presId="urn:microsoft.com/office/officeart/2018/2/layout/IconVerticalSolidList"/>
    <dgm:cxn modelId="{067D80D5-85C9-4362-934E-759300264439}" type="presParOf" srcId="{625372F8-7336-4148-BB60-2D2568220EAF}" destId="{E0EE9BEA-9574-44D7-9D92-FC6CDCC5D210}" srcOrd="1" destOrd="0" presId="urn:microsoft.com/office/officeart/2018/2/layout/IconVerticalSolidList"/>
    <dgm:cxn modelId="{0EF7D89C-EF59-487C-A938-B75EBE986245}" type="presParOf" srcId="{625372F8-7336-4148-BB60-2D2568220EAF}" destId="{BB3BFC5C-C2DD-4D3E-BBA5-C9A9B4AC3D5F}" srcOrd="2" destOrd="0" presId="urn:microsoft.com/office/officeart/2018/2/layout/IconVerticalSolidList"/>
    <dgm:cxn modelId="{B6378813-9732-42FE-BC8B-7942EE5CA191}" type="presParOf" srcId="{BB3BFC5C-C2DD-4D3E-BBA5-C9A9B4AC3D5F}" destId="{6B35AEBE-5772-4141-84EE-C57C9052896E}" srcOrd="0" destOrd="0" presId="urn:microsoft.com/office/officeart/2018/2/layout/IconVerticalSolidList"/>
    <dgm:cxn modelId="{8429C685-42F4-43ED-97AC-C86EDBB74F9A}" type="presParOf" srcId="{BB3BFC5C-C2DD-4D3E-BBA5-C9A9B4AC3D5F}" destId="{9EB4B293-6765-4072-B299-6663F9AC6F34}" srcOrd="1" destOrd="0" presId="urn:microsoft.com/office/officeart/2018/2/layout/IconVerticalSolidList"/>
    <dgm:cxn modelId="{370B8BBC-9B65-4E26-BF2A-929430DFA778}" type="presParOf" srcId="{BB3BFC5C-C2DD-4D3E-BBA5-C9A9B4AC3D5F}" destId="{AED736C2-D41C-45F0-AC9C-5739AC67A573}" srcOrd="2" destOrd="0" presId="urn:microsoft.com/office/officeart/2018/2/layout/IconVerticalSolidList"/>
    <dgm:cxn modelId="{333DD259-5B0E-4FC9-B597-2D3B4EFAF777}" type="presParOf" srcId="{BB3BFC5C-C2DD-4D3E-BBA5-C9A9B4AC3D5F}" destId="{EA4631F0-5D45-42AB-AD44-88C341BF8C3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89043C-57C5-48EC-807C-284343A1C1F8}"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DB192F7F-BB58-4D85-8649-C7F91F77088B}">
      <dgm:prSet custT="1"/>
      <dgm:spPr>
        <a:solidFill>
          <a:schemeClr val="accent2">
            <a:lumMod val="75000"/>
          </a:schemeClr>
        </a:solidFill>
      </dgm:spPr>
      <dgm:t>
        <a:bodyPr/>
        <a:lstStyle/>
        <a:p>
          <a:r>
            <a:rPr lang="en-GB" sz="1400" b="1" i="0"/>
            <a:t>A lack of consumer-centricity costs brands 69 points in NPS </a:t>
          </a:r>
          <a:r>
            <a:rPr lang="en-GB" sz="1400" b="0" i="0"/>
            <a:t>(experience rating). 75% of brands audited believed they were consumer-centric, but only 30% of their consumers agreed. </a:t>
          </a:r>
        </a:p>
        <a:p>
          <a:r>
            <a:rPr lang="en-GB" sz="1400" b="1" i="0"/>
            <a:t>~ 2017 Global Survey by Capgemini</a:t>
          </a:r>
          <a:endParaRPr lang="en-US" sz="1400" b="1"/>
        </a:p>
      </dgm:t>
    </dgm:pt>
    <dgm:pt modelId="{9521B1F4-4331-466D-A85F-9F02010882AB}" type="parTrans" cxnId="{095E8FE3-317D-4CEA-A442-BD1BC51CFF9B}">
      <dgm:prSet/>
      <dgm:spPr/>
      <dgm:t>
        <a:bodyPr/>
        <a:lstStyle/>
        <a:p>
          <a:endParaRPr lang="en-US"/>
        </a:p>
      </dgm:t>
    </dgm:pt>
    <dgm:pt modelId="{6054FFDE-BEFE-4996-8434-BF1C2D8FA023}" type="sibTrans" cxnId="{095E8FE3-317D-4CEA-A442-BD1BC51CFF9B}">
      <dgm:prSet/>
      <dgm:spPr/>
      <dgm:t>
        <a:bodyPr/>
        <a:lstStyle/>
        <a:p>
          <a:endParaRPr lang="en-US"/>
        </a:p>
      </dgm:t>
    </dgm:pt>
    <dgm:pt modelId="{7CFC3D3E-5ED9-4A8A-B85C-FA5CBE2F1F17}">
      <dgm:prSet custT="1"/>
      <dgm:spPr>
        <a:solidFill>
          <a:schemeClr val="accent2">
            <a:lumMod val="75000"/>
          </a:schemeClr>
        </a:solidFill>
      </dgm:spPr>
      <dgm:t>
        <a:bodyPr/>
        <a:lstStyle/>
        <a:p>
          <a:r>
            <a:rPr lang="en-GB" sz="1200" b="1" i="0"/>
            <a:t>Empathy levels may be falling</a:t>
          </a:r>
          <a:r>
            <a:rPr lang="en-GB" sz="1200" b="0" i="0"/>
            <a:t>. </a:t>
          </a:r>
        </a:p>
        <a:p>
          <a:r>
            <a:rPr lang="en-GB" sz="1200" b="0" i="0"/>
            <a:t>Our ability to empathise with others may be falling according to a meta-analysis of US citizen empathy test scores conducted over the past 30 years. The study found that average American today is less empathic than 75% of Americans 30 years ago.</a:t>
          </a:r>
        </a:p>
        <a:p>
          <a:r>
            <a:rPr lang="en-GB" sz="1200" b="0" i="0"/>
            <a:t>~ Konrath et al (2011)</a:t>
          </a:r>
          <a:endParaRPr lang="en-US" sz="1200"/>
        </a:p>
      </dgm:t>
    </dgm:pt>
    <dgm:pt modelId="{015749DF-12A4-4E4B-872B-932420DA6933}" type="parTrans" cxnId="{AAFC462A-91AA-418F-9005-445CB6C0BF11}">
      <dgm:prSet/>
      <dgm:spPr/>
      <dgm:t>
        <a:bodyPr/>
        <a:lstStyle/>
        <a:p>
          <a:endParaRPr lang="en-US"/>
        </a:p>
      </dgm:t>
    </dgm:pt>
    <dgm:pt modelId="{16C62F47-AAD4-45AF-B46D-4AABF055427C}" type="sibTrans" cxnId="{AAFC462A-91AA-418F-9005-445CB6C0BF11}">
      <dgm:prSet/>
      <dgm:spPr/>
      <dgm:t>
        <a:bodyPr/>
        <a:lstStyle/>
        <a:p>
          <a:endParaRPr lang="en-US"/>
        </a:p>
      </dgm:t>
    </dgm:pt>
    <dgm:pt modelId="{532AEAEB-B036-4145-B664-F94EC497F334}">
      <dgm:prSet/>
      <dgm:spPr>
        <a:solidFill>
          <a:schemeClr val="accent2">
            <a:lumMod val="75000"/>
          </a:schemeClr>
        </a:solidFill>
      </dgm:spPr>
      <dgm:t>
        <a:bodyPr/>
        <a:lstStyle/>
        <a:p>
          <a:pPr>
            <a:buFont typeface="+mj-lt"/>
            <a:buAutoNum type="arabicPeriod"/>
          </a:pPr>
          <a:r>
            <a:rPr lang="en-GB" b="1" i="0">
              <a:effectLst/>
              <a:latin typeface="Avenir Bold"/>
            </a:rPr>
            <a:t>Women are (usually) more empathic</a:t>
          </a:r>
          <a:r>
            <a:rPr lang="en-GB" b="0" i="0">
              <a:effectLst/>
              <a:latin typeface="Avenir"/>
            </a:rPr>
            <a:t>. In a UK validation of the EQ with 1716 participants, women were found to have an average EQ of 48/80 (60%), and men 39/80 (49%), indicating that women are 11% more empathic than men.</a:t>
          </a:r>
        </a:p>
        <a:p>
          <a:pPr>
            <a:buFont typeface="+mj-lt"/>
            <a:buAutoNum type="arabicPeriod"/>
          </a:pPr>
          <a:r>
            <a:rPr lang="en-GB" b="0" i="0">
              <a:effectLst/>
              <a:latin typeface="Avenir"/>
            </a:rPr>
            <a:t>~  Akio et al, Ciba University, Japan (2006)</a:t>
          </a:r>
        </a:p>
        <a:p>
          <a:pPr>
            <a:buFont typeface="+mj-lt"/>
            <a:buAutoNum type="arabicPeriod"/>
          </a:pPr>
          <a:r>
            <a:rPr lang="en-GB" b="0" i="0">
              <a:effectLst/>
              <a:latin typeface="Avenir"/>
            </a:rPr>
            <a:t>For example, in one recent validation of this test, women could correctly read 76% of emotions expressed through eyes, men 71%.</a:t>
          </a:r>
          <a:endParaRPr lang="en-US"/>
        </a:p>
      </dgm:t>
    </dgm:pt>
    <dgm:pt modelId="{27F48334-A882-46D2-90EF-BDAE22CD7185}" type="parTrans" cxnId="{BCC72752-BC31-4B71-AF25-52475EBD869C}">
      <dgm:prSet/>
      <dgm:spPr/>
      <dgm:t>
        <a:bodyPr/>
        <a:lstStyle/>
        <a:p>
          <a:endParaRPr lang="en-GB"/>
        </a:p>
      </dgm:t>
    </dgm:pt>
    <dgm:pt modelId="{5A3F54B3-E514-4A5C-8AEA-C33A6422D428}" type="sibTrans" cxnId="{BCC72752-BC31-4B71-AF25-52475EBD869C}">
      <dgm:prSet/>
      <dgm:spPr/>
      <dgm:t>
        <a:bodyPr/>
        <a:lstStyle/>
        <a:p>
          <a:endParaRPr lang="en-GB"/>
        </a:p>
      </dgm:t>
    </dgm:pt>
    <dgm:pt modelId="{6D195BD6-1EA2-4206-AB59-6259E1365585}" type="pres">
      <dgm:prSet presAssocID="{DC89043C-57C5-48EC-807C-284343A1C1F8}" presName="outerComposite" presStyleCnt="0">
        <dgm:presLayoutVars>
          <dgm:chMax val="5"/>
          <dgm:dir/>
          <dgm:resizeHandles val="exact"/>
        </dgm:presLayoutVars>
      </dgm:prSet>
      <dgm:spPr/>
    </dgm:pt>
    <dgm:pt modelId="{56A68A8D-DA30-4A0A-A23C-0902120C3680}" type="pres">
      <dgm:prSet presAssocID="{DC89043C-57C5-48EC-807C-284343A1C1F8}" presName="dummyMaxCanvas" presStyleCnt="0">
        <dgm:presLayoutVars/>
      </dgm:prSet>
      <dgm:spPr/>
    </dgm:pt>
    <dgm:pt modelId="{919DB8B7-C43B-40C2-92BE-69433A2DCF08}" type="pres">
      <dgm:prSet presAssocID="{DC89043C-57C5-48EC-807C-284343A1C1F8}" presName="ThreeNodes_1" presStyleLbl="node1" presStyleIdx="0" presStyleCnt="3">
        <dgm:presLayoutVars>
          <dgm:bulletEnabled val="1"/>
        </dgm:presLayoutVars>
      </dgm:prSet>
      <dgm:spPr/>
    </dgm:pt>
    <dgm:pt modelId="{7371C6CC-9D62-4B7A-A4E5-BE696C5096E3}" type="pres">
      <dgm:prSet presAssocID="{DC89043C-57C5-48EC-807C-284343A1C1F8}" presName="ThreeNodes_2" presStyleLbl="node1" presStyleIdx="1" presStyleCnt="3" custLinFactNeighborX="-1091" custLinFactNeighborY="-1384">
        <dgm:presLayoutVars>
          <dgm:bulletEnabled val="1"/>
        </dgm:presLayoutVars>
      </dgm:prSet>
      <dgm:spPr/>
    </dgm:pt>
    <dgm:pt modelId="{EB129960-AD12-4608-9579-1733CF3DD14B}" type="pres">
      <dgm:prSet presAssocID="{DC89043C-57C5-48EC-807C-284343A1C1F8}" presName="ThreeNodes_3" presStyleLbl="node1" presStyleIdx="2" presStyleCnt="3">
        <dgm:presLayoutVars>
          <dgm:bulletEnabled val="1"/>
        </dgm:presLayoutVars>
      </dgm:prSet>
      <dgm:spPr/>
    </dgm:pt>
    <dgm:pt modelId="{F160036D-408F-4820-9FD2-E89B7D6335A1}" type="pres">
      <dgm:prSet presAssocID="{DC89043C-57C5-48EC-807C-284343A1C1F8}" presName="ThreeConn_1-2" presStyleLbl="fgAccFollowNode1" presStyleIdx="0" presStyleCnt="2">
        <dgm:presLayoutVars>
          <dgm:bulletEnabled val="1"/>
        </dgm:presLayoutVars>
      </dgm:prSet>
      <dgm:spPr/>
    </dgm:pt>
    <dgm:pt modelId="{31D58A1A-F71B-4C10-971F-0B2C4C900BE1}" type="pres">
      <dgm:prSet presAssocID="{DC89043C-57C5-48EC-807C-284343A1C1F8}" presName="ThreeConn_2-3" presStyleLbl="fgAccFollowNode1" presStyleIdx="1" presStyleCnt="2">
        <dgm:presLayoutVars>
          <dgm:bulletEnabled val="1"/>
        </dgm:presLayoutVars>
      </dgm:prSet>
      <dgm:spPr/>
    </dgm:pt>
    <dgm:pt modelId="{7CCF6E38-7C06-4A22-954B-36F4FAFB4AAA}" type="pres">
      <dgm:prSet presAssocID="{DC89043C-57C5-48EC-807C-284343A1C1F8}" presName="ThreeNodes_1_text" presStyleLbl="node1" presStyleIdx="2" presStyleCnt="3">
        <dgm:presLayoutVars>
          <dgm:bulletEnabled val="1"/>
        </dgm:presLayoutVars>
      </dgm:prSet>
      <dgm:spPr/>
    </dgm:pt>
    <dgm:pt modelId="{CB4E1CA3-4A4E-438D-B85E-BEF29A4595F7}" type="pres">
      <dgm:prSet presAssocID="{DC89043C-57C5-48EC-807C-284343A1C1F8}" presName="ThreeNodes_2_text" presStyleLbl="node1" presStyleIdx="2" presStyleCnt="3">
        <dgm:presLayoutVars>
          <dgm:bulletEnabled val="1"/>
        </dgm:presLayoutVars>
      </dgm:prSet>
      <dgm:spPr/>
    </dgm:pt>
    <dgm:pt modelId="{7F7ABE86-1B56-41E7-94AB-61581FD04743}" type="pres">
      <dgm:prSet presAssocID="{DC89043C-57C5-48EC-807C-284343A1C1F8}" presName="ThreeNodes_3_text" presStyleLbl="node1" presStyleIdx="2" presStyleCnt="3">
        <dgm:presLayoutVars>
          <dgm:bulletEnabled val="1"/>
        </dgm:presLayoutVars>
      </dgm:prSet>
      <dgm:spPr/>
    </dgm:pt>
  </dgm:ptLst>
  <dgm:cxnLst>
    <dgm:cxn modelId="{04861012-BCFD-4621-9FF4-E1F0E00883AB}" type="presOf" srcId="{532AEAEB-B036-4145-B664-F94EC497F334}" destId="{EB129960-AD12-4608-9579-1733CF3DD14B}" srcOrd="0" destOrd="0" presId="urn:microsoft.com/office/officeart/2005/8/layout/vProcess5"/>
    <dgm:cxn modelId="{9B43CC22-77CF-4EF6-83E8-467CDBE7647E}" type="presOf" srcId="{6054FFDE-BEFE-4996-8434-BF1C2D8FA023}" destId="{F160036D-408F-4820-9FD2-E89B7D6335A1}" srcOrd="0" destOrd="0" presId="urn:microsoft.com/office/officeart/2005/8/layout/vProcess5"/>
    <dgm:cxn modelId="{AAFC462A-91AA-418F-9005-445CB6C0BF11}" srcId="{DC89043C-57C5-48EC-807C-284343A1C1F8}" destId="{7CFC3D3E-5ED9-4A8A-B85C-FA5CBE2F1F17}" srcOrd="1" destOrd="0" parTransId="{015749DF-12A4-4E4B-872B-932420DA6933}" sibTransId="{16C62F47-AAD4-45AF-B46D-4AABF055427C}"/>
    <dgm:cxn modelId="{39AED766-778E-4480-8779-EC2C64941352}" type="presOf" srcId="{7CFC3D3E-5ED9-4A8A-B85C-FA5CBE2F1F17}" destId="{CB4E1CA3-4A4E-438D-B85E-BEF29A4595F7}" srcOrd="1" destOrd="0" presId="urn:microsoft.com/office/officeart/2005/8/layout/vProcess5"/>
    <dgm:cxn modelId="{037D914F-C140-4905-AACC-E7F1A86D46EC}" type="presOf" srcId="{DB192F7F-BB58-4D85-8649-C7F91F77088B}" destId="{7CCF6E38-7C06-4A22-954B-36F4FAFB4AAA}" srcOrd="1" destOrd="0" presId="urn:microsoft.com/office/officeart/2005/8/layout/vProcess5"/>
    <dgm:cxn modelId="{7AAF4871-D79D-44A4-B280-A4F69B7248B9}" type="presOf" srcId="{7CFC3D3E-5ED9-4A8A-B85C-FA5CBE2F1F17}" destId="{7371C6CC-9D62-4B7A-A4E5-BE696C5096E3}" srcOrd="0" destOrd="0" presId="urn:microsoft.com/office/officeart/2005/8/layout/vProcess5"/>
    <dgm:cxn modelId="{BCC72752-BC31-4B71-AF25-52475EBD869C}" srcId="{DC89043C-57C5-48EC-807C-284343A1C1F8}" destId="{532AEAEB-B036-4145-B664-F94EC497F334}" srcOrd="2" destOrd="0" parTransId="{27F48334-A882-46D2-90EF-BDAE22CD7185}" sibTransId="{5A3F54B3-E514-4A5C-8AEA-C33A6422D428}"/>
    <dgm:cxn modelId="{F6A30F74-00CF-426C-AEC6-A5016C8A8CE2}" type="presOf" srcId="{16C62F47-AAD4-45AF-B46D-4AABF055427C}" destId="{31D58A1A-F71B-4C10-971F-0B2C4C900BE1}" srcOrd="0" destOrd="0" presId="urn:microsoft.com/office/officeart/2005/8/layout/vProcess5"/>
    <dgm:cxn modelId="{9396E884-71DE-4534-BCE3-959D01459F18}" type="presOf" srcId="{DC89043C-57C5-48EC-807C-284343A1C1F8}" destId="{6D195BD6-1EA2-4206-AB59-6259E1365585}" srcOrd="0" destOrd="0" presId="urn:microsoft.com/office/officeart/2005/8/layout/vProcess5"/>
    <dgm:cxn modelId="{DC5EADD2-AC6B-4AC3-867B-C45403B1FE58}" type="presOf" srcId="{DB192F7F-BB58-4D85-8649-C7F91F77088B}" destId="{919DB8B7-C43B-40C2-92BE-69433A2DCF08}" srcOrd="0" destOrd="0" presId="urn:microsoft.com/office/officeart/2005/8/layout/vProcess5"/>
    <dgm:cxn modelId="{4DD22BDE-16FE-4F17-B2BF-BB66BCE3D25A}" type="presOf" srcId="{532AEAEB-B036-4145-B664-F94EC497F334}" destId="{7F7ABE86-1B56-41E7-94AB-61581FD04743}" srcOrd="1" destOrd="0" presId="urn:microsoft.com/office/officeart/2005/8/layout/vProcess5"/>
    <dgm:cxn modelId="{095E8FE3-317D-4CEA-A442-BD1BC51CFF9B}" srcId="{DC89043C-57C5-48EC-807C-284343A1C1F8}" destId="{DB192F7F-BB58-4D85-8649-C7F91F77088B}" srcOrd="0" destOrd="0" parTransId="{9521B1F4-4331-466D-A85F-9F02010882AB}" sibTransId="{6054FFDE-BEFE-4996-8434-BF1C2D8FA023}"/>
    <dgm:cxn modelId="{77E71547-0B47-4720-AC3B-30C594005BC5}" type="presParOf" srcId="{6D195BD6-1EA2-4206-AB59-6259E1365585}" destId="{56A68A8D-DA30-4A0A-A23C-0902120C3680}" srcOrd="0" destOrd="0" presId="urn:microsoft.com/office/officeart/2005/8/layout/vProcess5"/>
    <dgm:cxn modelId="{2F91A6EB-8CE1-4696-AF12-F22E1235C4CF}" type="presParOf" srcId="{6D195BD6-1EA2-4206-AB59-6259E1365585}" destId="{919DB8B7-C43B-40C2-92BE-69433A2DCF08}" srcOrd="1" destOrd="0" presId="urn:microsoft.com/office/officeart/2005/8/layout/vProcess5"/>
    <dgm:cxn modelId="{3C31966D-D4CD-4644-B0DF-1EF56BDF9AC3}" type="presParOf" srcId="{6D195BD6-1EA2-4206-AB59-6259E1365585}" destId="{7371C6CC-9D62-4B7A-A4E5-BE696C5096E3}" srcOrd="2" destOrd="0" presId="urn:microsoft.com/office/officeart/2005/8/layout/vProcess5"/>
    <dgm:cxn modelId="{3310E578-1E46-4BAA-B82D-0F5E73A29463}" type="presParOf" srcId="{6D195BD6-1EA2-4206-AB59-6259E1365585}" destId="{EB129960-AD12-4608-9579-1733CF3DD14B}" srcOrd="3" destOrd="0" presId="urn:microsoft.com/office/officeart/2005/8/layout/vProcess5"/>
    <dgm:cxn modelId="{8110FAEB-B976-435A-8CD5-BBFD345792EA}" type="presParOf" srcId="{6D195BD6-1EA2-4206-AB59-6259E1365585}" destId="{F160036D-408F-4820-9FD2-E89B7D6335A1}" srcOrd="4" destOrd="0" presId="urn:microsoft.com/office/officeart/2005/8/layout/vProcess5"/>
    <dgm:cxn modelId="{536C0331-006C-4396-8797-1C38C65E633F}" type="presParOf" srcId="{6D195BD6-1EA2-4206-AB59-6259E1365585}" destId="{31D58A1A-F71B-4C10-971F-0B2C4C900BE1}" srcOrd="5" destOrd="0" presId="urn:microsoft.com/office/officeart/2005/8/layout/vProcess5"/>
    <dgm:cxn modelId="{9E7C78C4-F341-4991-B129-7E803C32CB0B}" type="presParOf" srcId="{6D195BD6-1EA2-4206-AB59-6259E1365585}" destId="{7CCF6E38-7C06-4A22-954B-36F4FAFB4AAA}" srcOrd="6" destOrd="0" presId="urn:microsoft.com/office/officeart/2005/8/layout/vProcess5"/>
    <dgm:cxn modelId="{B4135287-6869-44E5-B6F3-4DB27CB3930F}" type="presParOf" srcId="{6D195BD6-1EA2-4206-AB59-6259E1365585}" destId="{CB4E1CA3-4A4E-438D-B85E-BEF29A4595F7}" srcOrd="7" destOrd="0" presId="urn:microsoft.com/office/officeart/2005/8/layout/vProcess5"/>
    <dgm:cxn modelId="{9D5BA3E1-E157-4164-8EDA-CF42BD365D3E}" type="presParOf" srcId="{6D195BD6-1EA2-4206-AB59-6259E1365585}" destId="{7F7ABE86-1B56-41E7-94AB-61581FD04743}"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8A5150-B77A-4F62-812C-C69D1E07BD2B}" type="doc">
      <dgm:prSet loTypeId="urn:microsoft.com/office/officeart/2008/layout/LinedList" loCatId="list" qsTypeId="urn:microsoft.com/office/officeart/2005/8/quickstyle/simple4" qsCatId="simple" csTypeId="urn:microsoft.com/office/officeart/2005/8/colors/colorful1" csCatId="colorful" phldr="1"/>
      <dgm:spPr/>
      <dgm:t>
        <a:bodyPr/>
        <a:lstStyle/>
        <a:p>
          <a:endParaRPr lang="en-GB"/>
        </a:p>
      </dgm:t>
    </dgm:pt>
    <dgm:pt modelId="{CB48EF2A-653D-49C7-983A-A85C4A561D7E}">
      <dgm:prSet phldrT="[Text]"/>
      <dgm:spPr/>
      <dgm:t>
        <a:bodyPr/>
        <a:lstStyle/>
        <a:p>
          <a:pPr>
            <a:buNone/>
          </a:pPr>
          <a:r>
            <a:rPr lang="en-GB" b="0" i="0">
              <a:effectLst/>
              <a:latin typeface="Georgia" panose="02040502050405020303" pitchFamily="18" charset="0"/>
            </a:rPr>
            <a:t>Of people who reported that their leaders were empathetic, 61% of employees reported that their leaders were most likely to be innovative.</a:t>
          </a:r>
          <a:endParaRPr lang="en-GB"/>
        </a:p>
      </dgm:t>
    </dgm:pt>
    <dgm:pt modelId="{D5244ECC-B52C-41D9-B973-8DC353D9A501}" type="parTrans" cxnId="{57FA53D9-CF2B-4BF2-9FA2-D20C36EC8234}">
      <dgm:prSet/>
      <dgm:spPr/>
      <dgm:t>
        <a:bodyPr/>
        <a:lstStyle/>
        <a:p>
          <a:endParaRPr lang="en-GB"/>
        </a:p>
      </dgm:t>
    </dgm:pt>
    <dgm:pt modelId="{B0430D4A-A946-4AD2-B041-90955C9F28B1}" type="sibTrans" cxnId="{57FA53D9-CF2B-4BF2-9FA2-D20C36EC8234}">
      <dgm:prSet/>
      <dgm:spPr/>
      <dgm:t>
        <a:bodyPr/>
        <a:lstStyle/>
        <a:p>
          <a:endParaRPr lang="en-GB"/>
        </a:p>
      </dgm:t>
    </dgm:pt>
    <dgm:pt modelId="{601B2730-9468-4366-A565-5E4C9EFCB940}">
      <dgm:prSet phldrT="[Text]"/>
      <dgm:spPr/>
      <dgm:t>
        <a:bodyPr/>
        <a:lstStyle/>
        <a:p>
          <a:r>
            <a:rPr lang="en-GB"/>
            <a:t>Retention</a:t>
          </a:r>
        </a:p>
      </dgm:t>
    </dgm:pt>
    <dgm:pt modelId="{4E86B0F0-08E6-4EBF-99E7-4A62116D72F5}" type="parTrans" cxnId="{00CEF999-ED95-42BC-AD59-A3FA8872D3D5}">
      <dgm:prSet/>
      <dgm:spPr/>
      <dgm:t>
        <a:bodyPr/>
        <a:lstStyle/>
        <a:p>
          <a:endParaRPr lang="en-GB"/>
        </a:p>
      </dgm:t>
    </dgm:pt>
    <dgm:pt modelId="{88ABCF59-F9EC-471D-8B3D-192FC28132A3}" type="sibTrans" cxnId="{00CEF999-ED95-42BC-AD59-A3FA8872D3D5}">
      <dgm:prSet/>
      <dgm:spPr/>
      <dgm:t>
        <a:bodyPr/>
        <a:lstStyle/>
        <a:p>
          <a:endParaRPr lang="en-GB"/>
        </a:p>
      </dgm:t>
    </dgm:pt>
    <dgm:pt modelId="{6421662B-4F4D-44F3-8255-FDB087BDFA6E}">
      <dgm:prSet phldrT="[Text]"/>
      <dgm:spPr/>
      <dgm:t>
        <a:bodyPr/>
        <a:lstStyle/>
        <a:p>
          <a:pPr>
            <a:buFont typeface="Arial" panose="020B0604020202020204" pitchFamily="34" charset="0"/>
            <a:buNone/>
          </a:pPr>
          <a:r>
            <a:rPr lang="en-GB" b="0" i="0">
              <a:effectLst/>
              <a:latin typeface="Georgia" panose="02040502050405020303" pitchFamily="18" charset="0"/>
            </a:rPr>
            <a:t>57% of white women and 62% of women of </a:t>
          </a:r>
          <a:r>
            <a:rPr lang="en-GB" b="0" i="0" err="1">
              <a:effectLst/>
              <a:latin typeface="Georgia" panose="02040502050405020303" pitchFamily="18" charset="0"/>
            </a:rPr>
            <a:t>color</a:t>
          </a:r>
          <a:r>
            <a:rPr lang="en-GB" b="0" i="0">
              <a:effectLst/>
              <a:latin typeface="Georgia" panose="02040502050405020303" pitchFamily="18" charset="0"/>
            </a:rPr>
            <a:t> said they were unlikely to think of leaving their companies when they felt their life circumstances were respected and valued by their companies. However, when they didn’t feel that level of value or respect for their life circumstances, only 14% and 30% of white women and women of </a:t>
          </a:r>
          <a:r>
            <a:rPr lang="en-GB" b="0" i="0" err="1">
              <a:effectLst/>
              <a:latin typeface="Georgia" panose="02040502050405020303" pitchFamily="18" charset="0"/>
            </a:rPr>
            <a:t>color</a:t>
          </a:r>
          <a:r>
            <a:rPr lang="en-GB" b="0" i="0">
              <a:effectLst/>
              <a:latin typeface="Georgia" panose="02040502050405020303" pitchFamily="18" charset="0"/>
            </a:rPr>
            <a:t> respectively said they were unlikely to consider leaving.</a:t>
          </a:r>
          <a:endParaRPr lang="en-GB"/>
        </a:p>
      </dgm:t>
    </dgm:pt>
    <dgm:pt modelId="{C333C7DD-A5C1-47CA-944A-FB53329A6CB3}" type="parTrans" cxnId="{670FBED8-7A44-4B37-A9CF-E807C5E5B239}">
      <dgm:prSet/>
      <dgm:spPr/>
      <dgm:t>
        <a:bodyPr/>
        <a:lstStyle/>
        <a:p>
          <a:endParaRPr lang="en-GB"/>
        </a:p>
      </dgm:t>
    </dgm:pt>
    <dgm:pt modelId="{116285F7-CE8D-497A-BA7B-9F160A5815C3}" type="sibTrans" cxnId="{670FBED8-7A44-4B37-A9CF-E807C5E5B239}">
      <dgm:prSet/>
      <dgm:spPr/>
      <dgm:t>
        <a:bodyPr/>
        <a:lstStyle/>
        <a:p>
          <a:endParaRPr lang="en-GB"/>
        </a:p>
      </dgm:t>
    </dgm:pt>
    <dgm:pt modelId="{2B983256-6A9E-41DC-AD02-AA0D72268788}">
      <dgm:prSet phldrT="[Text]"/>
      <dgm:spPr/>
      <dgm:t>
        <a:bodyPr/>
        <a:lstStyle/>
        <a:p>
          <a:r>
            <a:rPr lang="en-GB"/>
            <a:t>Inclusivity</a:t>
          </a:r>
        </a:p>
      </dgm:t>
    </dgm:pt>
    <dgm:pt modelId="{1D3DA1E0-6A71-4394-8C11-9BA23B3EE8DC}" type="parTrans" cxnId="{AF402DFA-557E-4945-A4DD-92A3956BE430}">
      <dgm:prSet/>
      <dgm:spPr/>
      <dgm:t>
        <a:bodyPr/>
        <a:lstStyle/>
        <a:p>
          <a:endParaRPr lang="en-GB"/>
        </a:p>
      </dgm:t>
    </dgm:pt>
    <dgm:pt modelId="{C822A124-4170-461F-9F85-B926149B58CD}" type="sibTrans" cxnId="{AF402DFA-557E-4945-A4DD-92A3956BE430}">
      <dgm:prSet/>
      <dgm:spPr/>
      <dgm:t>
        <a:bodyPr/>
        <a:lstStyle/>
        <a:p>
          <a:endParaRPr lang="en-GB"/>
        </a:p>
      </dgm:t>
    </dgm:pt>
    <dgm:pt modelId="{6028D787-9B23-46FA-8297-E4A45F088833}">
      <dgm:prSet phldrT="[Text]"/>
      <dgm:spPr/>
      <dgm:t>
        <a:bodyPr/>
        <a:lstStyle/>
        <a:p>
          <a:pPr>
            <a:buFont typeface="Arial" panose="020B0604020202020204" pitchFamily="34" charset="0"/>
            <a:buNone/>
          </a:pPr>
          <a:r>
            <a:rPr lang="en-GB" b="0" i="0">
              <a:effectLst/>
              <a:latin typeface="Georgia" panose="02040502050405020303" pitchFamily="18" charset="0"/>
            </a:rPr>
            <a:t>When people felt their leaders were more empathetic, 86% reported they are able to navigate the demands of their work and life—successfully juggling their personal, family and work obligations. This is compared with 60% of those who perceived less empathy.</a:t>
          </a:r>
          <a:endParaRPr lang="en-GB"/>
        </a:p>
      </dgm:t>
    </dgm:pt>
    <dgm:pt modelId="{3B5FC15A-F9A0-4EA5-9F5D-467727555762}" type="parTrans" cxnId="{DDDF9108-5BB6-430E-ACE8-FF5D07E645A0}">
      <dgm:prSet/>
      <dgm:spPr/>
      <dgm:t>
        <a:bodyPr/>
        <a:lstStyle/>
        <a:p>
          <a:endParaRPr lang="en-GB"/>
        </a:p>
      </dgm:t>
    </dgm:pt>
    <dgm:pt modelId="{1E13C02D-3489-41DF-A844-3102CA849641}" type="sibTrans" cxnId="{DDDF9108-5BB6-430E-ACE8-FF5D07E645A0}">
      <dgm:prSet/>
      <dgm:spPr/>
      <dgm:t>
        <a:bodyPr/>
        <a:lstStyle/>
        <a:p>
          <a:endParaRPr lang="en-GB"/>
        </a:p>
      </dgm:t>
    </dgm:pt>
    <dgm:pt modelId="{9EE4D9CE-0713-49C8-8BC1-867F2B7B99FA}">
      <dgm:prSet phldrT="[Text]"/>
      <dgm:spPr/>
      <dgm:t>
        <a:bodyPr/>
        <a:lstStyle/>
        <a:p>
          <a:r>
            <a:rPr lang="en-GB"/>
            <a:t>Work-Life</a:t>
          </a:r>
        </a:p>
      </dgm:t>
    </dgm:pt>
    <dgm:pt modelId="{BCB1E4C1-A1B0-4E4F-AC78-06808C3A607E}" type="parTrans" cxnId="{62E5C69F-E0AF-427F-A712-C4DA828B5471}">
      <dgm:prSet/>
      <dgm:spPr/>
      <dgm:t>
        <a:bodyPr/>
        <a:lstStyle/>
        <a:p>
          <a:endParaRPr lang="en-GB"/>
        </a:p>
      </dgm:t>
    </dgm:pt>
    <dgm:pt modelId="{21350710-EEFE-47EE-A503-2C91E1AF8E3A}" type="sibTrans" cxnId="{62E5C69F-E0AF-427F-A712-C4DA828B5471}">
      <dgm:prSet/>
      <dgm:spPr/>
      <dgm:t>
        <a:bodyPr/>
        <a:lstStyle/>
        <a:p>
          <a:endParaRPr lang="en-GB"/>
        </a:p>
      </dgm:t>
    </dgm:pt>
    <dgm:pt modelId="{3C8B99CC-A47F-460B-A343-F8DE98EB7E5F}">
      <dgm:prSet phldrT="[Text]"/>
      <dgm:spPr/>
      <dgm:t>
        <a:bodyPr/>
        <a:lstStyle/>
        <a:p>
          <a:pPr>
            <a:buFont typeface="Arial" panose="020B0604020202020204" pitchFamily="34" charset="0"/>
            <a:buNone/>
          </a:pPr>
          <a:r>
            <a:rPr lang="en-GB" b="0" i="0">
              <a:effectLst/>
              <a:latin typeface="Georgia" panose="02040502050405020303" pitchFamily="18" charset="0"/>
            </a:rPr>
            <a:t>50% of people with empathetic leaders reported their workplace was inclusive, compared with only 17% of those with less empathetic leadership.</a:t>
          </a:r>
          <a:endParaRPr lang="en-GB"/>
        </a:p>
      </dgm:t>
    </dgm:pt>
    <dgm:pt modelId="{C20619D4-3BE0-4D24-9097-5F5BB131F74B}" type="parTrans" cxnId="{15DF3F70-1C98-402C-9204-E4934DB0CA04}">
      <dgm:prSet/>
      <dgm:spPr/>
      <dgm:t>
        <a:bodyPr/>
        <a:lstStyle/>
        <a:p>
          <a:endParaRPr lang="en-GB"/>
        </a:p>
      </dgm:t>
    </dgm:pt>
    <dgm:pt modelId="{F949ECC1-E8FC-4F88-B06D-593E2819A826}" type="sibTrans" cxnId="{15DF3F70-1C98-402C-9204-E4934DB0CA04}">
      <dgm:prSet/>
      <dgm:spPr/>
      <dgm:t>
        <a:bodyPr/>
        <a:lstStyle/>
        <a:p>
          <a:endParaRPr lang="en-GB"/>
        </a:p>
      </dgm:t>
    </dgm:pt>
    <dgm:pt modelId="{C82E711E-510E-4646-9926-AEF18EE6CABF}">
      <dgm:prSet phldrT="[Text]"/>
      <dgm:spPr/>
      <dgm:t>
        <a:bodyPr/>
        <a:lstStyle/>
        <a:p>
          <a:r>
            <a:rPr lang="en-GB"/>
            <a:t>Innovation</a:t>
          </a:r>
        </a:p>
      </dgm:t>
    </dgm:pt>
    <dgm:pt modelId="{1D102C70-3F9C-4CFC-99CB-B21E19F229FE}" type="parTrans" cxnId="{752C39B1-BC2E-440A-A939-CD67DA7B859D}">
      <dgm:prSet/>
      <dgm:spPr/>
      <dgm:t>
        <a:bodyPr/>
        <a:lstStyle/>
        <a:p>
          <a:endParaRPr lang="en-GB"/>
        </a:p>
      </dgm:t>
    </dgm:pt>
    <dgm:pt modelId="{1D970285-17A3-4CFF-BDBF-412ABE4F00D9}" type="sibTrans" cxnId="{752C39B1-BC2E-440A-A939-CD67DA7B859D}">
      <dgm:prSet/>
      <dgm:spPr/>
      <dgm:t>
        <a:bodyPr/>
        <a:lstStyle/>
        <a:p>
          <a:endParaRPr lang="en-GB"/>
        </a:p>
      </dgm:t>
    </dgm:pt>
    <dgm:pt modelId="{BE6480FA-6A43-4A4F-ADD1-8ACAA1BCC965}" type="pres">
      <dgm:prSet presAssocID="{B68A5150-B77A-4F62-812C-C69D1E07BD2B}" presName="vert0" presStyleCnt="0">
        <dgm:presLayoutVars>
          <dgm:dir/>
          <dgm:animOne val="branch"/>
          <dgm:animLvl val="lvl"/>
        </dgm:presLayoutVars>
      </dgm:prSet>
      <dgm:spPr/>
    </dgm:pt>
    <dgm:pt modelId="{26437430-35CC-407F-83D6-E2492AEC98A7}" type="pres">
      <dgm:prSet presAssocID="{C82E711E-510E-4646-9926-AEF18EE6CABF}" presName="thickLine" presStyleLbl="alignNode1" presStyleIdx="0" presStyleCnt="4"/>
      <dgm:spPr/>
    </dgm:pt>
    <dgm:pt modelId="{5509298A-596B-4DAF-B620-F66CD1AE26D4}" type="pres">
      <dgm:prSet presAssocID="{C82E711E-510E-4646-9926-AEF18EE6CABF}" presName="horz1" presStyleCnt="0"/>
      <dgm:spPr/>
    </dgm:pt>
    <dgm:pt modelId="{8128A72C-F611-452A-8676-1D91D0882071}" type="pres">
      <dgm:prSet presAssocID="{C82E711E-510E-4646-9926-AEF18EE6CABF}" presName="tx1" presStyleLbl="revTx" presStyleIdx="0" presStyleCnt="8"/>
      <dgm:spPr/>
    </dgm:pt>
    <dgm:pt modelId="{E6298127-227C-4602-964D-5C2346874595}" type="pres">
      <dgm:prSet presAssocID="{C82E711E-510E-4646-9926-AEF18EE6CABF}" presName="vert1" presStyleCnt="0"/>
      <dgm:spPr/>
    </dgm:pt>
    <dgm:pt modelId="{A3CD1467-27F7-44A0-9B87-2ECC8AB946A5}" type="pres">
      <dgm:prSet presAssocID="{CB48EF2A-653D-49C7-983A-A85C4A561D7E}" presName="vertSpace2a" presStyleCnt="0"/>
      <dgm:spPr/>
    </dgm:pt>
    <dgm:pt modelId="{01539188-5477-4747-8BDF-C5BEE7DCF301}" type="pres">
      <dgm:prSet presAssocID="{CB48EF2A-653D-49C7-983A-A85C4A561D7E}" presName="horz2" presStyleCnt="0"/>
      <dgm:spPr/>
    </dgm:pt>
    <dgm:pt modelId="{A24E3CCF-023A-4F47-836E-B44EFDF09C26}" type="pres">
      <dgm:prSet presAssocID="{CB48EF2A-653D-49C7-983A-A85C4A561D7E}" presName="horzSpace2" presStyleCnt="0"/>
      <dgm:spPr/>
    </dgm:pt>
    <dgm:pt modelId="{E82EDB79-FC32-4DCD-982D-57B3EE71C3E2}" type="pres">
      <dgm:prSet presAssocID="{CB48EF2A-653D-49C7-983A-A85C4A561D7E}" presName="tx2" presStyleLbl="revTx" presStyleIdx="1" presStyleCnt="8"/>
      <dgm:spPr/>
    </dgm:pt>
    <dgm:pt modelId="{72E5A59D-DD80-40DB-A649-92EBE2653E31}" type="pres">
      <dgm:prSet presAssocID="{CB48EF2A-653D-49C7-983A-A85C4A561D7E}" presName="vert2" presStyleCnt="0"/>
      <dgm:spPr/>
    </dgm:pt>
    <dgm:pt modelId="{FC59A759-6F92-4DC4-A0DA-008B29024F0E}" type="pres">
      <dgm:prSet presAssocID="{CB48EF2A-653D-49C7-983A-A85C4A561D7E}" presName="thinLine2b" presStyleLbl="callout" presStyleIdx="0" presStyleCnt="4"/>
      <dgm:spPr/>
    </dgm:pt>
    <dgm:pt modelId="{9588065A-DFA0-4A83-82D8-1B4A71E14128}" type="pres">
      <dgm:prSet presAssocID="{CB48EF2A-653D-49C7-983A-A85C4A561D7E}" presName="vertSpace2b" presStyleCnt="0"/>
      <dgm:spPr/>
    </dgm:pt>
    <dgm:pt modelId="{1DE19126-9FF1-4E1C-B423-C86DB0E41D71}" type="pres">
      <dgm:prSet presAssocID="{601B2730-9468-4366-A565-5E4C9EFCB940}" presName="thickLine" presStyleLbl="alignNode1" presStyleIdx="1" presStyleCnt="4"/>
      <dgm:spPr/>
    </dgm:pt>
    <dgm:pt modelId="{7C6DE13A-B17D-4C6E-8849-5638D8011401}" type="pres">
      <dgm:prSet presAssocID="{601B2730-9468-4366-A565-5E4C9EFCB940}" presName="horz1" presStyleCnt="0"/>
      <dgm:spPr/>
    </dgm:pt>
    <dgm:pt modelId="{DE0FC2A7-747D-4BEB-BF81-8AD23BDC69DD}" type="pres">
      <dgm:prSet presAssocID="{601B2730-9468-4366-A565-5E4C9EFCB940}" presName="tx1" presStyleLbl="revTx" presStyleIdx="2" presStyleCnt="8"/>
      <dgm:spPr/>
    </dgm:pt>
    <dgm:pt modelId="{0C5C9BD3-50C7-49B9-9B23-0EDD0596EC1B}" type="pres">
      <dgm:prSet presAssocID="{601B2730-9468-4366-A565-5E4C9EFCB940}" presName="vert1" presStyleCnt="0"/>
      <dgm:spPr/>
    </dgm:pt>
    <dgm:pt modelId="{F4BDAB81-7F6A-46B2-95D9-EB4DCB77EC1A}" type="pres">
      <dgm:prSet presAssocID="{6421662B-4F4D-44F3-8255-FDB087BDFA6E}" presName="vertSpace2a" presStyleCnt="0"/>
      <dgm:spPr/>
    </dgm:pt>
    <dgm:pt modelId="{21326EFA-D0B9-42D8-B157-A51B34F572CA}" type="pres">
      <dgm:prSet presAssocID="{6421662B-4F4D-44F3-8255-FDB087BDFA6E}" presName="horz2" presStyleCnt="0"/>
      <dgm:spPr/>
    </dgm:pt>
    <dgm:pt modelId="{ADEB4BFB-C9F0-4BEA-BED0-5F829BE196CE}" type="pres">
      <dgm:prSet presAssocID="{6421662B-4F4D-44F3-8255-FDB087BDFA6E}" presName="horzSpace2" presStyleCnt="0"/>
      <dgm:spPr/>
    </dgm:pt>
    <dgm:pt modelId="{E191FD4E-73AC-43C5-AAD3-D5592B7EEA98}" type="pres">
      <dgm:prSet presAssocID="{6421662B-4F4D-44F3-8255-FDB087BDFA6E}" presName="tx2" presStyleLbl="revTx" presStyleIdx="3" presStyleCnt="8"/>
      <dgm:spPr/>
    </dgm:pt>
    <dgm:pt modelId="{F83AE029-88C5-44FE-991F-6B371442AECF}" type="pres">
      <dgm:prSet presAssocID="{6421662B-4F4D-44F3-8255-FDB087BDFA6E}" presName="vert2" presStyleCnt="0"/>
      <dgm:spPr/>
    </dgm:pt>
    <dgm:pt modelId="{4485E72D-01FB-4102-BEAB-BFF438D0321B}" type="pres">
      <dgm:prSet presAssocID="{6421662B-4F4D-44F3-8255-FDB087BDFA6E}" presName="thinLine2b" presStyleLbl="callout" presStyleIdx="1" presStyleCnt="4"/>
      <dgm:spPr/>
    </dgm:pt>
    <dgm:pt modelId="{50593CBD-CB24-47E7-819D-CA4F285AC6F0}" type="pres">
      <dgm:prSet presAssocID="{6421662B-4F4D-44F3-8255-FDB087BDFA6E}" presName="vertSpace2b" presStyleCnt="0"/>
      <dgm:spPr/>
    </dgm:pt>
    <dgm:pt modelId="{9798B38B-BA81-4DFC-9C6D-00EB9FD1AA32}" type="pres">
      <dgm:prSet presAssocID="{2B983256-6A9E-41DC-AD02-AA0D72268788}" presName="thickLine" presStyleLbl="alignNode1" presStyleIdx="2" presStyleCnt="4"/>
      <dgm:spPr/>
    </dgm:pt>
    <dgm:pt modelId="{E5BFBAD8-2A40-4C63-81C2-195085608592}" type="pres">
      <dgm:prSet presAssocID="{2B983256-6A9E-41DC-AD02-AA0D72268788}" presName="horz1" presStyleCnt="0"/>
      <dgm:spPr/>
    </dgm:pt>
    <dgm:pt modelId="{F3461717-3609-48B8-A90D-E584593E7D1C}" type="pres">
      <dgm:prSet presAssocID="{2B983256-6A9E-41DC-AD02-AA0D72268788}" presName="tx1" presStyleLbl="revTx" presStyleIdx="4" presStyleCnt="8"/>
      <dgm:spPr/>
    </dgm:pt>
    <dgm:pt modelId="{852B8308-760E-4EC3-B0AF-25CF7253FFA3}" type="pres">
      <dgm:prSet presAssocID="{2B983256-6A9E-41DC-AD02-AA0D72268788}" presName="vert1" presStyleCnt="0"/>
      <dgm:spPr/>
    </dgm:pt>
    <dgm:pt modelId="{F49FA42E-412B-4872-8D62-5AE68FF8A25E}" type="pres">
      <dgm:prSet presAssocID="{3C8B99CC-A47F-460B-A343-F8DE98EB7E5F}" presName="vertSpace2a" presStyleCnt="0"/>
      <dgm:spPr/>
    </dgm:pt>
    <dgm:pt modelId="{E7CFC978-FD8C-48E2-A6FE-818F4E290123}" type="pres">
      <dgm:prSet presAssocID="{3C8B99CC-A47F-460B-A343-F8DE98EB7E5F}" presName="horz2" presStyleCnt="0"/>
      <dgm:spPr/>
    </dgm:pt>
    <dgm:pt modelId="{2503B0AD-F014-48E3-889B-503EB95EB124}" type="pres">
      <dgm:prSet presAssocID="{3C8B99CC-A47F-460B-A343-F8DE98EB7E5F}" presName="horzSpace2" presStyleCnt="0"/>
      <dgm:spPr/>
    </dgm:pt>
    <dgm:pt modelId="{281E114F-16BA-4683-BB1C-05C2923C1EDE}" type="pres">
      <dgm:prSet presAssocID="{3C8B99CC-A47F-460B-A343-F8DE98EB7E5F}" presName="tx2" presStyleLbl="revTx" presStyleIdx="5" presStyleCnt="8"/>
      <dgm:spPr/>
    </dgm:pt>
    <dgm:pt modelId="{93BFBA3D-16A6-4AFA-AB05-8CA07531806C}" type="pres">
      <dgm:prSet presAssocID="{3C8B99CC-A47F-460B-A343-F8DE98EB7E5F}" presName="vert2" presStyleCnt="0"/>
      <dgm:spPr/>
    </dgm:pt>
    <dgm:pt modelId="{06D2941C-BE6E-4435-8C75-A3A8D2CF5C4C}" type="pres">
      <dgm:prSet presAssocID="{3C8B99CC-A47F-460B-A343-F8DE98EB7E5F}" presName="thinLine2b" presStyleLbl="callout" presStyleIdx="2" presStyleCnt="4"/>
      <dgm:spPr/>
    </dgm:pt>
    <dgm:pt modelId="{8F9B3F63-3BE9-465E-A53B-5340D25B0004}" type="pres">
      <dgm:prSet presAssocID="{3C8B99CC-A47F-460B-A343-F8DE98EB7E5F}" presName="vertSpace2b" presStyleCnt="0"/>
      <dgm:spPr/>
    </dgm:pt>
    <dgm:pt modelId="{0AC9FBA2-308D-4E44-99F0-8D3A0760FEC0}" type="pres">
      <dgm:prSet presAssocID="{9EE4D9CE-0713-49C8-8BC1-867F2B7B99FA}" presName="thickLine" presStyleLbl="alignNode1" presStyleIdx="3" presStyleCnt="4"/>
      <dgm:spPr/>
    </dgm:pt>
    <dgm:pt modelId="{2B6CCAAC-4E8E-49D6-B35C-0964056429C1}" type="pres">
      <dgm:prSet presAssocID="{9EE4D9CE-0713-49C8-8BC1-867F2B7B99FA}" presName="horz1" presStyleCnt="0"/>
      <dgm:spPr/>
    </dgm:pt>
    <dgm:pt modelId="{CD14FAB0-F27E-4751-8DC5-88D2ABADE1CE}" type="pres">
      <dgm:prSet presAssocID="{9EE4D9CE-0713-49C8-8BC1-867F2B7B99FA}" presName="tx1" presStyleLbl="revTx" presStyleIdx="6" presStyleCnt="8"/>
      <dgm:spPr/>
    </dgm:pt>
    <dgm:pt modelId="{C028D23C-B44F-48CE-A614-6E41DB45370A}" type="pres">
      <dgm:prSet presAssocID="{9EE4D9CE-0713-49C8-8BC1-867F2B7B99FA}" presName="vert1" presStyleCnt="0"/>
      <dgm:spPr/>
    </dgm:pt>
    <dgm:pt modelId="{233A4738-392D-444D-AB29-52CA93A9ED75}" type="pres">
      <dgm:prSet presAssocID="{6028D787-9B23-46FA-8297-E4A45F088833}" presName="vertSpace2a" presStyleCnt="0"/>
      <dgm:spPr/>
    </dgm:pt>
    <dgm:pt modelId="{0CFC90FD-CFAF-470F-A1ED-F1F8F91EFCBF}" type="pres">
      <dgm:prSet presAssocID="{6028D787-9B23-46FA-8297-E4A45F088833}" presName="horz2" presStyleCnt="0"/>
      <dgm:spPr/>
    </dgm:pt>
    <dgm:pt modelId="{71AA1A52-931C-43B5-8793-76D9C0F3DEDD}" type="pres">
      <dgm:prSet presAssocID="{6028D787-9B23-46FA-8297-E4A45F088833}" presName="horzSpace2" presStyleCnt="0"/>
      <dgm:spPr/>
    </dgm:pt>
    <dgm:pt modelId="{B64355F9-431B-4A82-BB3A-F8353F0F261F}" type="pres">
      <dgm:prSet presAssocID="{6028D787-9B23-46FA-8297-E4A45F088833}" presName="tx2" presStyleLbl="revTx" presStyleIdx="7" presStyleCnt="8"/>
      <dgm:spPr/>
    </dgm:pt>
    <dgm:pt modelId="{8A90233B-EA70-42E6-8425-EE85907A9600}" type="pres">
      <dgm:prSet presAssocID="{6028D787-9B23-46FA-8297-E4A45F088833}" presName="vert2" presStyleCnt="0"/>
      <dgm:spPr/>
    </dgm:pt>
    <dgm:pt modelId="{CC448B56-83B4-4684-8422-101C49072478}" type="pres">
      <dgm:prSet presAssocID="{6028D787-9B23-46FA-8297-E4A45F088833}" presName="thinLine2b" presStyleLbl="callout" presStyleIdx="3" presStyleCnt="4"/>
      <dgm:spPr/>
    </dgm:pt>
    <dgm:pt modelId="{1573A7B9-8748-444D-B9B8-46512D3204D0}" type="pres">
      <dgm:prSet presAssocID="{6028D787-9B23-46FA-8297-E4A45F088833}" presName="vertSpace2b" presStyleCnt="0"/>
      <dgm:spPr/>
    </dgm:pt>
  </dgm:ptLst>
  <dgm:cxnLst>
    <dgm:cxn modelId="{DDDF9108-5BB6-430E-ACE8-FF5D07E645A0}" srcId="{9EE4D9CE-0713-49C8-8BC1-867F2B7B99FA}" destId="{6028D787-9B23-46FA-8297-E4A45F088833}" srcOrd="0" destOrd="0" parTransId="{3B5FC15A-F9A0-4EA5-9F5D-467727555762}" sibTransId="{1E13C02D-3489-41DF-A844-3102CA849641}"/>
    <dgm:cxn modelId="{415F8F0E-133B-49C9-B0FA-CE693F03F9C2}" type="presOf" srcId="{CB48EF2A-653D-49C7-983A-A85C4A561D7E}" destId="{E82EDB79-FC32-4DCD-982D-57B3EE71C3E2}" srcOrd="0" destOrd="0" presId="urn:microsoft.com/office/officeart/2008/layout/LinedList"/>
    <dgm:cxn modelId="{306E192E-B424-4331-BF3C-E3EAED39D619}" type="presOf" srcId="{6421662B-4F4D-44F3-8255-FDB087BDFA6E}" destId="{E191FD4E-73AC-43C5-AAD3-D5592B7EEA98}" srcOrd="0" destOrd="0" presId="urn:microsoft.com/office/officeart/2008/layout/LinedList"/>
    <dgm:cxn modelId="{15DF3F70-1C98-402C-9204-E4934DB0CA04}" srcId="{2B983256-6A9E-41DC-AD02-AA0D72268788}" destId="{3C8B99CC-A47F-460B-A343-F8DE98EB7E5F}" srcOrd="0" destOrd="0" parTransId="{C20619D4-3BE0-4D24-9097-5F5BB131F74B}" sibTransId="{F949ECC1-E8FC-4F88-B06D-593E2819A826}"/>
    <dgm:cxn modelId="{5035B450-791A-4801-8C62-E3011FB78C53}" type="presOf" srcId="{B68A5150-B77A-4F62-812C-C69D1E07BD2B}" destId="{BE6480FA-6A43-4A4F-ADD1-8ACAA1BCC965}" srcOrd="0" destOrd="0" presId="urn:microsoft.com/office/officeart/2008/layout/LinedList"/>
    <dgm:cxn modelId="{135EF455-DC74-4E26-8117-C42B93B35B16}" type="presOf" srcId="{3C8B99CC-A47F-460B-A343-F8DE98EB7E5F}" destId="{281E114F-16BA-4683-BB1C-05C2923C1EDE}" srcOrd="0" destOrd="0" presId="urn:microsoft.com/office/officeart/2008/layout/LinedList"/>
    <dgm:cxn modelId="{40DF1C84-0BDC-4E35-9B3B-81A121DB309C}" type="presOf" srcId="{2B983256-6A9E-41DC-AD02-AA0D72268788}" destId="{F3461717-3609-48B8-A90D-E584593E7D1C}" srcOrd="0" destOrd="0" presId="urn:microsoft.com/office/officeart/2008/layout/LinedList"/>
    <dgm:cxn modelId="{00CEF999-ED95-42BC-AD59-A3FA8872D3D5}" srcId="{B68A5150-B77A-4F62-812C-C69D1E07BD2B}" destId="{601B2730-9468-4366-A565-5E4C9EFCB940}" srcOrd="1" destOrd="0" parTransId="{4E86B0F0-08E6-4EBF-99E7-4A62116D72F5}" sibTransId="{88ABCF59-F9EC-471D-8B3D-192FC28132A3}"/>
    <dgm:cxn modelId="{62E5C69F-E0AF-427F-A712-C4DA828B5471}" srcId="{B68A5150-B77A-4F62-812C-C69D1E07BD2B}" destId="{9EE4D9CE-0713-49C8-8BC1-867F2B7B99FA}" srcOrd="3" destOrd="0" parTransId="{BCB1E4C1-A1B0-4E4F-AC78-06808C3A607E}" sibTransId="{21350710-EEFE-47EE-A503-2C91E1AF8E3A}"/>
    <dgm:cxn modelId="{752C39B1-BC2E-440A-A939-CD67DA7B859D}" srcId="{B68A5150-B77A-4F62-812C-C69D1E07BD2B}" destId="{C82E711E-510E-4646-9926-AEF18EE6CABF}" srcOrd="0" destOrd="0" parTransId="{1D102C70-3F9C-4CFC-99CB-B21E19F229FE}" sibTransId="{1D970285-17A3-4CFF-BDBF-412ABE4F00D9}"/>
    <dgm:cxn modelId="{03811DB8-2C97-45F1-8A39-4B5AA498B8C1}" type="presOf" srcId="{C82E711E-510E-4646-9926-AEF18EE6CABF}" destId="{8128A72C-F611-452A-8676-1D91D0882071}" srcOrd="0" destOrd="0" presId="urn:microsoft.com/office/officeart/2008/layout/LinedList"/>
    <dgm:cxn modelId="{BF0CDCD6-70EF-4A7B-AFC6-99DAFB1DF879}" type="presOf" srcId="{601B2730-9468-4366-A565-5E4C9EFCB940}" destId="{DE0FC2A7-747D-4BEB-BF81-8AD23BDC69DD}" srcOrd="0" destOrd="0" presId="urn:microsoft.com/office/officeart/2008/layout/LinedList"/>
    <dgm:cxn modelId="{670FBED8-7A44-4B37-A9CF-E807C5E5B239}" srcId="{601B2730-9468-4366-A565-5E4C9EFCB940}" destId="{6421662B-4F4D-44F3-8255-FDB087BDFA6E}" srcOrd="0" destOrd="0" parTransId="{C333C7DD-A5C1-47CA-944A-FB53329A6CB3}" sibTransId="{116285F7-CE8D-497A-BA7B-9F160A5815C3}"/>
    <dgm:cxn modelId="{57FA53D9-CF2B-4BF2-9FA2-D20C36EC8234}" srcId="{C82E711E-510E-4646-9926-AEF18EE6CABF}" destId="{CB48EF2A-653D-49C7-983A-A85C4A561D7E}" srcOrd="0" destOrd="0" parTransId="{D5244ECC-B52C-41D9-B973-8DC353D9A501}" sibTransId="{B0430D4A-A946-4AD2-B041-90955C9F28B1}"/>
    <dgm:cxn modelId="{F4C37DDB-226B-41D7-A014-1E96A69206F9}" type="presOf" srcId="{6028D787-9B23-46FA-8297-E4A45F088833}" destId="{B64355F9-431B-4A82-BB3A-F8353F0F261F}" srcOrd="0" destOrd="0" presId="urn:microsoft.com/office/officeart/2008/layout/LinedList"/>
    <dgm:cxn modelId="{AF402DFA-557E-4945-A4DD-92A3956BE430}" srcId="{B68A5150-B77A-4F62-812C-C69D1E07BD2B}" destId="{2B983256-6A9E-41DC-AD02-AA0D72268788}" srcOrd="2" destOrd="0" parTransId="{1D3DA1E0-6A71-4394-8C11-9BA23B3EE8DC}" sibTransId="{C822A124-4170-461F-9F85-B926149B58CD}"/>
    <dgm:cxn modelId="{A6AE1CFF-DDB3-42A2-8502-339B916B4BFF}" type="presOf" srcId="{9EE4D9CE-0713-49C8-8BC1-867F2B7B99FA}" destId="{CD14FAB0-F27E-4751-8DC5-88D2ABADE1CE}" srcOrd="0" destOrd="0" presId="urn:microsoft.com/office/officeart/2008/layout/LinedList"/>
    <dgm:cxn modelId="{B5A509E0-1113-4847-A800-14FFE2361E3D}" type="presParOf" srcId="{BE6480FA-6A43-4A4F-ADD1-8ACAA1BCC965}" destId="{26437430-35CC-407F-83D6-E2492AEC98A7}" srcOrd="0" destOrd="0" presId="urn:microsoft.com/office/officeart/2008/layout/LinedList"/>
    <dgm:cxn modelId="{BAF20F67-A6C3-4C7A-A64C-349D3903E115}" type="presParOf" srcId="{BE6480FA-6A43-4A4F-ADD1-8ACAA1BCC965}" destId="{5509298A-596B-4DAF-B620-F66CD1AE26D4}" srcOrd="1" destOrd="0" presId="urn:microsoft.com/office/officeart/2008/layout/LinedList"/>
    <dgm:cxn modelId="{2A12E959-CF45-4726-9F1E-490CADAA91E8}" type="presParOf" srcId="{5509298A-596B-4DAF-B620-F66CD1AE26D4}" destId="{8128A72C-F611-452A-8676-1D91D0882071}" srcOrd="0" destOrd="0" presId="urn:microsoft.com/office/officeart/2008/layout/LinedList"/>
    <dgm:cxn modelId="{CBC884B3-5B0F-45C9-8208-A97B78B6EB3D}" type="presParOf" srcId="{5509298A-596B-4DAF-B620-F66CD1AE26D4}" destId="{E6298127-227C-4602-964D-5C2346874595}" srcOrd="1" destOrd="0" presId="urn:microsoft.com/office/officeart/2008/layout/LinedList"/>
    <dgm:cxn modelId="{140F25A6-2109-4425-A01E-0509F0BF2AA2}" type="presParOf" srcId="{E6298127-227C-4602-964D-5C2346874595}" destId="{A3CD1467-27F7-44A0-9B87-2ECC8AB946A5}" srcOrd="0" destOrd="0" presId="urn:microsoft.com/office/officeart/2008/layout/LinedList"/>
    <dgm:cxn modelId="{6C53FFF2-D17E-4291-AEDB-4C8C2FB39B9E}" type="presParOf" srcId="{E6298127-227C-4602-964D-5C2346874595}" destId="{01539188-5477-4747-8BDF-C5BEE7DCF301}" srcOrd="1" destOrd="0" presId="urn:microsoft.com/office/officeart/2008/layout/LinedList"/>
    <dgm:cxn modelId="{231C95D5-AB0D-4645-B0E1-310FBD4A525F}" type="presParOf" srcId="{01539188-5477-4747-8BDF-C5BEE7DCF301}" destId="{A24E3CCF-023A-4F47-836E-B44EFDF09C26}" srcOrd="0" destOrd="0" presId="urn:microsoft.com/office/officeart/2008/layout/LinedList"/>
    <dgm:cxn modelId="{9B6D89E9-7DA2-4940-8AED-5CA6132BC35A}" type="presParOf" srcId="{01539188-5477-4747-8BDF-C5BEE7DCF301}" destId="{E82EDB79-FC32-4DCD-982D-57B3EE71C3E2}" srcOrd="1" destOrd="0" presId="urn:microsoft.com/office/officeart/2008/layout/LinedList"/>
    <dgm:cxn modelId="{AD865031-A1DC-4AE9-9763-5935A0283A63}" type="presParOf" srcId="{01539188-5477-4747-8BDF-C5BEE7DCF301}" destId="{72E5A59D-DD80-40DB-A649-92EBE2653E31}" srcOrd="2" destOrd="0" presId="urn:microsoft.com/office/officeart/2008/layout/LinedList"/>
    <dgm:cxn modelId="{D5251E77-F19B-4E1A-87E6-0BF2F875E3AD}" type="presParOf" srcId="{E6298127-227C-4602-964D-5C2346874595}" destId="{FC59A759-6F92-4DC4-A0DA-008B29024F0E}" srcOrd="2" destOrd="0" presId="urn:microsoft.com/office/officeart/2008/layout/LinedList"/>
    <dgm:cxn modelId="{DBC88444-F34B-42AC-AE2E-D415106DDBCB}" type="presParOf" srcId="{E6298127-227C-4602-964D-5C2346874595}" destId="{9588065A-DFA0-4A83-82D8-1B4A71E14128}" srcOrd="3" destOrd="0" presId="urn:microsoft.com/office/officeart/2008/layout/LinedList"/>
    <dgm:cxn modelId="{EAE3591E-01F2-4D3C-B9A4-6C92124F9721}" type="presParOf" srcId="{BE6480FA-6A43-4A4F-ADD1-8ACAA1BCC965}" destId="{1DE19126-9FF1-4E1C-B423-C86DB0E41D71}" srcOrd="2" destOrd="0" presId="urn:microsoft.com/office/officeart/2008/layout/LinedList"/>
    <dgm:cxn modelId="{88DFFB50-11D0-4786-8CAE-CF7774CCB627}" type="presParOf" srcId="{BE6480FA-6A43-4A4F-ADD1-8ACAA1BCC965}" destId="{7C6DE13A-B17D-4C6E-8849-5638D8011401}" srcOrd="3" destOrd="0" presId="urn:microsoft.com/office/officeart/2008/layout/LinedList"/>
    <dgm:cxn modelId="{EFCFF89A-E3AA-4030-8958-B9B1FF2DFDD9}" type="presParOf" srcId="{7C6DE13A-B17D-4C6E-8849-5638D8011401}" destId="{DE0FC2A7-747D-4BEB-BF81-8AD23BDC69DD}" srcOrd="0" destOrd="0" presId="urn:microsoft.com/office/officeart/2008/layout/LinedList"/>
    <dgm:cxn modelId="{24230217-62F7-4A90-AF16-1B3EAE0C891F}" type="presParOf" srcId="{7C6DE13A-B17D-4C6E-8849-5638D8011401}" destId="{0C5C9BD3-50C7-49B9-9B23-0EDD0596EC1B}" srcOrd="1" destOrd="0" presId="urn:microsoft.com/office/officeart/2008/layout/LinedList"/>
    <dgm:cxn modelId="{14560F6A-9449-4856-ADB7-E146ECEC9799}" type="presParOf" srcId="{0C5C9BD3-50C7-49B9-9B23-0EDD0596EC1B}" destId="{F4BDAB81-7F6A-46B2-95D9-EB4DCB77EC1A}" srcOrd="0" destOrd="0" presId="urn:microsoft.com/office/officeart/2008/layout/LinedList"/>
    <dgm:cxn modelId="{7C671BB1-6FC3-41CF-96CB-255E1BC09C1E}" type="presParOf" srcId="{0C5C9BD3-50C7-49B9-9B23-0EDD0596EC1B}" destId="{21326EFA-D0B9-42D8-B157-A51B34F572CA}" srcOrd="1" destOrd="0" presId="urn:microsoft.com/office/officeart/2008/layout/LinedList"/>
    <dgm:cxn modelId="{9295AAA8-13F4-445A-B24E-A09017B63BC0}" type="presParOf" srcId="{21326EFA-D0B9-42D8-B157-A51B34F572CA}" destId="{ADEB4BFB-C9F0-4BEA-BED0-5F829BE196CE}" srcOrd="0" destOrd="0" presId="urn:microsoft.com/office/officeart/2008/layout/LinedList"/>
    <dgm:cxn modelId="{823F9E81-0D72-4481-9BDE-F76C039D719D}" type="presParOf" srcId="{21326EFA-D0B9-42D8-B157-A51B34F572CA}" destId="{E191FD4E-73AC-43C5-AAD3-D5592B7EEA98}" srcOrd="1" destOrd="0" presId="urn:microsoft.com/office/officeart/2008/layout/LinedList"/>
    <dgm:cxn modelId="{DF379D79-0D07-4DF8-B2B3-56F42B671AA1}" type="presParOf" srcId="{21326EFA-D0B9-42D8-B157-A51B34F572CA}" destId="{F83AE029-88C5-44FE-991F-6B371442AECF}" srcOrd="2" destOrd="0" presId="urn:microsoft.com/office/officeart/2008/layout/LinedList"/>
    <dgm:cxn modelId="{CD081B53-D0B4-449A-9868-FB7676421FA2}" type="presParOf" srcId="{0C5C9BD3-50C7-49B9-9B23-0EDD0596EC1B}" destId="{4485E72D-01FB-4102-BEAB-BFF438D0321B}" srcOrd="2" destOrd="0" presId="urn:microsoft.com/office/officeart/2008/layout/LinedList"/>
    <dgm:cxn modelId="{A88137FD-BC31-4338-B58D-38899996D67F}" type="presParOf" srcId="{0C5C9BD3-50C7-49B9-9B23-0EDD0596EC1B}" destId="{50593CBD-CB24-47E7-819D-CA4F285AC6F0}" srcOrd="3" destOrd="0" presId="urn:microsoft.com/office/officeart/2008/layout/LinedList"/>
    <dgm:cxn modelId="{523B4754-CEE3-40B0-8992-86FC6FC04296}" type="presParOf" srcId="{BE6480FA-6A43-4A4F-ADD1-8ACAA1BCC965}" destId="{9798B38B-BA81-4DFC-9C6D-00EB9FD1AA32}" srcOrd="4" destOrd="0" presId="urn:microsoft.com/office/officeart/2008/layout/LinedList"/>
    <dgm:cxn modelId="{C56E7AFB-DA82-439F-A8E9-09846EAD349E}" type="presParOf" srcId="{BE6480FA-6A43-4A4F-ADD1-8ACAA1BCC965}" destId="{E5BFBAD8-2A40-4C63-81C2-195085608592}" srcOrd="5" destOrd="0" presId="urn:microsoft.com/office/officeart/2008/layout/LinedList"/>
    <dgm:cxn modelId="{73698AC2-123E-40E5-97A1-D39BB7CC17A0}" type="presParOf" srcId="{E5BFBAD8-2A40-4C63-81C2-195085608592}" destId="{F3461717-3609-48B8-A90D-E584593E7D1C}" srcOrd="0" destOrd="0" presId="urn:microsoft.com/office/officeart/2008/layout/LinedList"/>
    <dgm:cxn modelId="{D67D3543-8AD1-4FE8-AD6B-778E55237969}" type="presParOf" srcId="{E5BFBAD8-2A40-4C63-81C2-195085608592}" destId="{852B8308-760E-4EC3-B0AF-25CF7253FFA3}" srcOrd="1" destOrd="0" presId="urn:microsoft.com/office/officeart/2008/layout/LinedList"/>
    <dgm:cxn modelId="{EC658C1F-E6DC-4887-8B47-332F69A90C70}" type="presParOf" srcId="{852B8308-760E-4EC3-B0AF-25CF7253FFA3}" destId="{F49FA42E-412B-4872-8D62-5AE68FF8A25E}" srcOrd="0" destOrd="0" presId="urn:microsoft.com/office/officeart/2008/layout/LinedList"/>
    <dgm:cxn modelId="{83A2620C-2F64-418E-9313-8CD996405E10}" type="presParOf" srcId="{852B8308-760E-4EC3-B0AF-25CF7253FFA3}" destId="{E7CFC978-FD8C-48E2-A6FE-818F4E290123}" srcOrd="1" destOrd="0" presId="urn:microsoft.com/office/officeart/2008/layout/LinedList"/>
    <dgm:cxn modelId="{39CB46AC-1035-4837-97A2-258527906C95}" type="presParOf" srcId="{E7CFC978-FD8C-48E2-A6FE-818F4E290123}" destId="{2503B0AD-F014-48E3-889B-503EB95EB124}" srcOrd="0" destOrd="0" presId="urn:microsoft.com/office/officeart/2008/layout/LinedList"/>
    <dgm:cxn modelId="{AED40F58-846A-45C6-BCEE-A7613B9A34AE}" type="presParOf" srcId="{E7CFC978-FD8C-48E2-A6FE-818F4E290123}" destId="{281E114F-16BA-4683-BB1C-05C2923C1EDE}" srcOrd="1" destOrd="0" presId="urn:microsoft.com/office/officeart/2008/layout/LinedList"/>
    <dgm:cxn modelId="{2D3D2CC7-E707-4E28-BACC-68C9005DAA16}" type="presParOf" srcId="{E7CFC978-FD8C-48E2-A6FE-818F4E290123}" destId="{93BFBA3D-16A6-4AFA-AB05-8CA07531806C}" srcOrd="2" destOrd="0" presId="urn:microsoft.com/office/officeart/2008/layout/LinedList"/>
    <dgm:cxn modelId="{90C92D40-B3EB-4CE2-BD02-E1755904918F}" type="presParOf" srcId="{852B8308-760E-4EC3-B0AF-25CF7253FFA3}" destId="{06D2941C-BE6E-4435-8C75-A3A8D2CF5C4C}" srcOrd="2" destOrd="0" presId="urn:microsoft.com/office/officeart/2008/layout/LinedList"/>
    <dgm:cxn modelId="{CA5F4473-48BC-46D0-A1AF-E9F1B71DA753}" type="presParOf" srcId="{852B8308-760E-4EC3-B0AF-25CF7253FFA3}" destId="{8F9B3F63-3BE9-465E-A53B-5340D25B0004}" srcOrd="3" destOrd="0" presId="urn:microsoft.com/office/officeart/2008/layout/LinedList"/>
    <dgm:cxn modelId="{8FE3C65B-1964-4C3C-9FD6-BBFB24C69C14}" type="presParOf" srcId="{BE6480FA-6A43-4A4F-ADD1-8ACAA1BCC965}" destId="{0AC9FBA2-308D-4E44-99F0-8D3A0760FEC0}" srcOrd="6" destOrd="0" presId="urn:microsoft.com/office/officeart/2008/layout/LinedList"/>
    <dgm:cxn modelId="{AA5150AF-FDD4-4D5D-B17C-6F2DA05293B2}" type="presParOf" srcId="{BE6480FA-6A43-4A4F-ADD1-8ACAA1BCC965}" destId="{2B6CCAAC-4E8E-49D6-B35C-0964056429C1}" srcOrd="7" destOrd="0" presId="urn:microsoft.com/office/officeart/2008/layout/LinedList"/>
    <dgm:cxn modelId="{2C83A9EF-6DDF-4947-88B3-7E7C27965B1E}" type="presParOf" srcId="{2B6CCAAC-4E8E-49D6-B35C-0964056429C1}" destId="{CD14FAB0-F27E-4751-8DC5-88D2ABADE1CE}" srcOrd="0" destOrd="0" presId="urn:microsoft.com/office/officeart/2008/layout/LinedList"/>
    <dgm:cxn modelId="{C0A8D9C2-CC84-4355-92B6-263CB84732DC}" type="presParOf" srcId="{2B6CCAAC-4E8E-49D6-B35C-0964056429C1}" destId="{C028D23C-B44F-48CE-A614-6E41DB45370A}" srcOrd="1" destOrd="0" presId="urn:microsoft.com/office/officeart/2008/layout/LinedList"/>
    <dgm:cxn modelId="{F4C295FC-A3DB-4EE7-BEF9-CBCFFED9F89F}" type="presParOf" srcId="{C028D23C-B44F-48CE-A614-6E41DB45370A}" destId="{233A4738-392D-444D-AB29-52CA93A9ED75}" srcOrd="0" destOrd="0" presId="urn:microsoft.com/office/officeart/2008/layout/LinedList"/>
    <dgm:cxn modelId="{191D83DC-18BA-414E-B45C-D90BEB77FFC1}" type="presParOf" srcId="{C028D23C-B44F-48CE-A614-6E41DB45370A}" destId="{0CFC90FD-CFAF-470F-A1ED-F1F8F91EFCBF}" srcOrd="1" destOrd="0" presId="urn:microsoft.com/office/officeart/2008/layout/LinedList"/>
    <dgm:cxn modelId="{B9868740-1DC5-4470-82D9-88D229E8E53D}" type="presParOf" srcId="{0CFC90FD-CFAF-470F-A1ED-F1F8F91EFCBF}" destId="{71AA1A52-931C-43B5-8793-76D9C0F3DEDD}" srcOrd="0" destOrd="0" presId="urn:microsoft.com/office/officeart/2008/layout/LinedList"/>
    <dgm:cxn modelId="{1D8B3311-BDE0-4F76-9481-A49EAFA67D2D}" type="presParOf" srcId="{0CFC90FD-CFAF-470F-A1ED-F1F8F91EFCBF}" destId="{B64355F9-431B-4A82-BB3A-F8353F0F261F}" srcOrd="1" destOrd="0" presId="urn:microsoft.com/office/officeart/2008/layout/LinedList"/>
    <dgm:cxn modelId="{1A97614E-3D31-404D-966D-55575E8C4C68}" type="presParOf" srcId="{0CFC90FD-CFAF-470F-A1ED-F1F8F91EFCBF}" destId="{8A90233B-EA70-42E6-8425-EE85907A9600}" srcOrd="2" destOrd="0" presId="urn:microsoft.com/office/officeart/2008/layout/LinedList"/>
    <dgm:cxn modelId="{925BA5A8-8C19-44FE-B4CF-0DD41180227E}" type="presParOf" srcId="{C028D23C-B44F-48CE-A614-6E41DB45370A}" destId="{CC448B56-83B4-4684-8422-101C49072478}" srcOrd="2" destOrd="0" presId="urn:microsoft.com/office/officeart/2008/layout/LinedList"/>
    <dgm:cxn modelId="{63AAC71E-5605-44EB-BF73-4B37BCF0FA33}" type="presParOf" srcId="{C028D23C-B44F-48CE-A614-6E41DB45370A}" destId="{1573A7B9-8748-444D-B9B8-46512D3204D0}"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EEA541-E2CB-4C57-9A0F-9348EDFABEDD}" type="doc">
      <dgm:prSet loTypeId="urn:microsoft.com/office/officeart/2008/layout/AlternatingHexagons" loCatId="list" qsTypeId="urn:microsoft.com/office/officeart/2005/8/quickstyle/simple4" qsCatId="simple" csTypeId="urn:microsoft.com/office/officeart/2005/8/colors/accent1_2" csCatId="accent1" phldr="1"/>
      <dgm:spPr/>
      <dgm:t>
        <a:bodyPr/>
        <a:lstStyle/>
        <a:p>
          <a:endParaRPr lang="en-US"/>
        </a:p>
      </dgm:t>
    </dgm:pt>
    <dgm:pt modelId="{CEDBA0F7-9904-456E-B6A5-F41BB0A67536}">
      <dgm:prSet/>
      <dgm:spPr/>
      <dgm:t>
        <a:bodyPr/>
        <a:lstStyle/>
        <a:p>
          <a:pPr>
            <a:defRPr cap="all"/>
          </a:pPr>
          <a:r>
            <a:rPr lang="en-GB" b="1"/>
            <a:t>Noticing things that are unsaid</a:t>
          </a:r>
          <a:endParaRPr lang="en-US"/>
        </a:p>
      </dgm:t>
    </dgm:pt>
    <dgm:pt modelId="{A3975CF6-D754-497F-B389-3D3C795FE685}" type="parTrans" cxnId="{959D5FA0-6EFF-45DE-B006-BBC15FE519AC}">
      <dgm:prSet/>
      <dgm:spPr/>
      <dgm:t>
        <a:bodyPr/>
        <a:lstStyle/>
        <a:p>
          <a:endParaRPr lang="en-US"/>
        </a:p>
      </dgm:t>
    </dgm:pt>
    <dgm:pt modelId="{83BDBE7C-BF19-4150-B425-624002CF5EDE}" type="sibTrans" cxnId="{959D5FA0-6EFF-45DE-B006-BBC15FE519AC}">
      <dgm:prSet/>
      <dgm:spPr/>
      <dgm:t>
        <a:bodyPr/>
        <a:lstStyle/>
        <a:p>
          <a:r>
            <a:rPr lang="en-GB" b="1"/>
            <a:t>A better understanding of people</a:t>
          </a:r>
          <a:endParaRPr lang="en-US"/>
        </a:p>
      </dgm:t>
    </dgm:pt>
    <dgm:pt modelId="{9AD592AA-3008-4D00-9BEC-255FAD23F5B1}">
      <dgm:prSet/>
      <dgm:spPr/>
      <dgm:t>
        <a:bodyPr/>
        <a:lstStyle/>
        <a:p>
          <a:pPr>
            <a:defRPr cap="all"/>
          </a:pPr>
          <a:r>
            <a:rPr lang="en-GB" b="1"/>
            <a:t>Dealing easily with conflicts</a:t>
          </a:r>
          <a:endParaRPr lang="en-US"/>
        </a:p>
      </dgm:t>
    </dgm:pt>
    <dgm:pt modelId="{E22A2A81-F59E-47BB-A245-CB6A1E26BAFF}" type="parTrans" cxnId="{391CDFE9-F2E8-4559-AE85-44988E2837A6}">
      <dgm:prSet/>
      <dgm:spPr/>
      <dgm:t>
        <a:bodyPr/>
        <a:lstStyle/>
        <a:p>
          <a:endParaRPr lang="en-US"/>
        </a:p>
      </dgm:t>
    </dgm:pt>
    <dgm:pt modelId="{DD740A97-F693-4C3B-961D-B1C067754F82}" type="sibTrans" cxnId="{391CDFE9-F2E8-4559-AE85-44988E2837A6}">
      <dgm:prSet/>
      <dgm:spPr/>
      <dgm:t>
        <a:bodyPr/>
        <a:lstStyle/>
        <a:p>
          <a:r>
            <a:rPr lang="en-GB" b="1"/>
            <a:t>Building stronger customer relationships</a:t>
          </a:r>
          <a:endParaRPr lang="en-US"/>
        </a:p>
      </dgm:t>
    </dgm:pt>
    <dgm:pt modelId="{CA6EE706-3B34-4BE0-8C0D-D2F4CC77FCBC}">
      <dgm:prSet/>
      <dgm:spPr/>
      <dgm:t>
        <a:bodyPr/>
        <a:lstStyle/>
        <a:p>
          <a:pPr>
            <a:defRPr cap="all"/>
          </a:pPr>
          <a:r>
            <a:rPr lang="en-GB" b="1"/>
            <a:t>Invoking empathy from customers</a:t>
          </a:r>
        </a:p>
      </dgm:t>
    </dgm:pt>
    <dgm:pt modelId="{3CD7B8A5-3137-4A8B-A0EA-EE207371D2BA}" type="parTrans" cxnId="{09A31F54-F397-473D-9905-C45563412C70}">
      <dgm:prSet/>
      <dgm:spPr/>
      <dgm:t>
        <a:bodyPr/>
        <a:lstStyle/>
        <a:p>
          <a:endParaRPr lang="en-GB"/>
        </a:p>
      </dgm:t>
    </dgm:pt>
    <dgm:pt modelId="{1F5B94C9-1EA4-4BF7-AFEF-6E8EFBC0B143}" type="sibTrans" cxnId="{09A31F54-F397-473D-9905-C45563412C70}">
      <dgm:prSet/>
      <dgm:spPr/>
      <dgm:t>
        <a:bodyPr/>
        <a:lstStyle/>
        <a:p>
          <a:r>
            <a:rPr lang="en-GB" b="1"/>
            <a:t>Predicting action and reaction</a:t>
          </a:r>
          <a:endParaRPr lang="en-GB"/>
        </a:p>
      </dgm:t>
    </dgm:pt>
    <dgm:pt modelId="{5D20A812-B21C-4553-A91C-D4C26C720C6F}" type="pres">
      <dgm:prSet presAssocID="{DEEEA541-E2CB-4C57-9A0F-9348EDFABEDD}" presName="Name0" presStyleCnt="0">
        <dgm:presLayoutVars>
          <dgm:chMax/>
          <dgm:chPref/>
          <dgm:dir/>
          <dgm:animLvl val="lvl"/>
        </dgm:presLayoutVars>
      </dgm:prSet>
      <dgm:spPr/>
    </dgm:pt>
    <dgm:pt modelId="{657CF858-B57E-49F0-9BAD-EF50F1A91B0F}" type="pres">
      <dgm:prSet presAssocID="{CEDBA0F7-9904-456E-B6A5-F41BB0A67536}" presName="composite" presStyleCnt="0"/>
      <dgm:spPr/>
    </dgm:pt>
    <dgm:pt modelId="{CDC113EC-001C-45BF-A612-CDC2AA2A6D0B}" type="pres">
      <dgm:prSet presAssocID="{CEDBA0F7-9904-456E-B6A5-F41BB0A67536}" presName="Parent1" presStyleLbl="node1" presStyleIdx="0" presStyleCnt="6">
        <dgm:presLayoutVars>
          <dgm:chMax val="1"/>
          <dgm:chPref val="1"/>
          <dgm:bulletEnabled val="1"/>
        </dgm:presLayoutVars>
      </dgm:prSet>
      <dgm:spPr/>
    </dgm:pt>
    <dgm:pt modelId="{1D1DA663-D274-497A-87D5-D6AC1F4191D8}" type="pres">
      <dgm:prSet presAssocID="{CEDBA0F7-9904-456E-B6A5-F41BB0A67536}" presName="Childtext1" presStyleLbl="revTx" presStyleIdx="0" presStyleCnt="3">
        <dgm:presLayoutVars>
          <dgm:chMax val="0"/>
          <dgm:chPref val="0"/>
          <dgm:bulletEnabled val="1"/>
        </dgm:presLayoutVars>
      </dgm:prSet>
      <dgm:spPr/>
    </dgm:pt>
    <dgm:pt modelId="{B1441821-B4C9-425B-8D41-06CB9E3810A9}" type="pres">
      <dgm:prSet presAssocID="{CEDBA0F7-9904-456E-B6A5-F41BB0A67536}" presName="BalanceSpacing" presStyleCnt="0"/>
      <dgm:spPr/>
    </dgm:pt>
    <dgm:pt modelId="{11AEE198-EC73-4A1E-9B07-19DEADB0E65F}" type="pres">
      <dgm:prSet presAssocID="{CEDBA0F7-9904-456E-B6A5-F41BB0A67536}" presName="BalanceSpacing1" presStyleCnt="0"/>
      <dgm:spPr/>
    </dgm:pt>
    <dgm:pt modelId="{5ED2E87E-FD5E-480A-A090-EC49E839FEE3}" type="pres">
      <dgm:prSet presAssocID="{83BDBE7C-BF19-4150-B425-624002CF5EDE}" presName="Accent1Text" presStyleLbl="node1" presStyleIdx="1" presStyleCnt="6"/>
      <dgm:spPr/>
    </dgm:pt>
    <dgm:pt modelId="{7854DC49-CC3F-48B9-9E9A-FBA4B14AE603}" type="pres">
      <dgm:prSet presAssocID="{83BDBE7C-BF19-4150-B425-624002CF5EDE}" presName="spaceBetweenRectangles" presStyleCnt="0"/>
      <dgm:spPr/>
    </dgm:pt>
    <dgm:pt modelId="{CA883974-906E-46EF-ADAA-48A95672C1A3}" type="pres">
      <dgm:prSet presAssocID="{CA6EE706-3B34-4BE0-8C0D-D2F4CC77FCBC}" presName="composite" presStyleCnt="0"/>
      <dgm:spPr/>
    </dgm:pt>
    <dgm:pt modelId="{2917BB17-1E19-4A60-851B-EEC4771B7CDB}" type="pres">
      <dgm:prSet presAssocID="{CA6EE706-3B34-4BE0-8C0D-D2F4CC77FCBC}" presName="Parent1" presStyleLbl="node1" presStyleIdx="2" presStyleCnt="6">
        <dgm:presLayoutVars>
          <dgm:chMax val="1"/>
          <dgm:chPref val="1"/>
          <dgm:bulletEnabled val="1"/>
        </dgm:presLayoutVars>
      </dgm:prSet>
      <dgm:spPr/>
    </dgm:pt>
    <dgm:pt modelId="{DA324122-FCA9-4034-980C-5E96DD1C5163}" type="pres">
      <dgm:prSet presAssocID="{CA6EE706-3B34-4BE0-8C0D-D2F4CC77FCBC}" presName="Childtext1" presStyleLbl="revTx" presStyleIdx="1" presStyleCnt="3">
        <dgm:presLayoutVars>
          <dgm:chMax val="0"/>
          <dgm:chPref val="0"/>
          <dgm:bulletEnabled val="1"/>
        </dgm:presLayoutVars>
      </dgm:prSet>
      <dgm:spPr/>
    </dgm:pt>
    <dgm:pt modelId="{53A9EC39-410E-4964-90E3-3C636CC2917B}" type="pres">
      <dgm:prSet presAssocID="{CA6EE706-3B34-4BE0-8C0D-D2F4CC77FCBC}" presName="BalanceSpacing" presStyleCnt="0"/>
      <dgm:spPr/>
    </dgm:pt>
    <dgm:pt modelId="{A32A0F3A-5AF5-4605-B49D-1C459E340F3C}" type="pres">
      <dgm:prSet presAssocID="{CA6EE706-3B34-4BE0-8C0D-D2F4CC77FCBC}" presName="BalanceSpacing1" presStyleCnt="0"/>
      <dgm:spPr/>
    </dgm:pt>
    <dgm:pt modelId="{D8DDB764-4FE0-49FB-A0F7-D9F55DAB9C32}" type="pres">
      <dgm:prSet presAssocID="{1F5B94C9-1EA4-4BF7-AFEF-6E8EFBC0B143}" presName="Accent1Text" presStyleLbl="node1" presStyleIdx="3" presStyleCnt="6"/>
      <dgm:spPr/>
    </dgm:pt>
    <dgm:pt modelId="{32C68C87-D988-471E-946D-9739DF0EB773}" type="pres">
      <dgm:prSet presAssocID="{1F5B94C9-1EA4-4BF7-AFEF-6E8EFBC0B143}" presName="spaceBetweenRectangles" presStyleCnt="0"/>
      <dgm:spPr/>
    </dgm:pt>
    <dgm:pt modelId="{3E47BE97-4FA4-4D73-BFF9-2559DA6E9E0F}" type="pres">
      <dgm:prSet presAssocID="{9AD592AA-3008-4D00-9BEC-255FAD23F5B1}" presName="composite" presStyleCnt="0"/>
      <dgm:spPr/>
    </dgm:pt>
    <dgm:pt modelId="{3A3C4C5A-284E-4D84-8815-D08A60DD73D4}" type="pres">
      <dgm:prSet presAssocID="{9AD592AA-3008-4D00-9BEC-255FAD23F5B1}" presName="Parent1" presStyleLbl="node1" presStyleIdx="4" presStyleCnt="6">
        <dgm:presLayoutVars>
          <dgm:chMax val="1"/>
          <dgm:chPref val="1"/>
          <dgm:bulletEnabled val="1"/>
        </dgm:presLayoutVars>
      </dgm:prSet>
      <dgm:spPr/>
    </dgm:pt>
    <dgm:pt modelId="{59ECFCE0-59AB-4C4E-93C4-339C09AD9B44}" type="pres">
      <dgm:prSet presAssocID="{9AD592AA-3008-4D00-9BEC-255FAD23F5B1}" presName="Childtext1" presStyleLbl="revTx" presStyleIdx="2" presStyleCnt="3">
        <dgm:presLayoutVars>
          <dgm:chMax val="0"/>
          <dgm:chPref val="0"/>
          <dgm:bulletEnabled val="1"/>
        </dgm:presLayoutVars>
      </dgm:prSet>
      <dgm:spPr/>
    </dgm:pt>
    <dgm:pt modelId="{7A64D95E-2A29-4EE1-B9A7-B6A65A17C4B4}" type="pres">
      <dgm:prSet presAssocID="{9AD592AA-3008-4D00-9BEC-255FAD23F5B1}" presName="BalanceSpacing" presStyleCnt="0"/>
      <dgm:spPr/>
    </dgm:pt>
    <dgm:pt modelId="{7DC918A2-775E-4CB3-B3CE-E9BD1C0830EF}" type="pres">
      <dgm:prSet presAssocID="{9AD592AA-3008-4D00-9BEC-255FAD23F5B1}" presName="BalanceSpacing1" presStyleCnt="0"/>
      <dgm:spPr/>
    </dgm:pt>
    <dgm:pt modelId="{D4B93C86-1E50-4EED-8024-581A589F9630}" type="pres">
      <dgm:prSet presAssocID="{DD740A97-F693-4C3B-961D-B1C067754F82}" presName="Accent1Text" presStyleLbl="node1" presStyleIdx="5" presStyleCnt="6"/>
      <dgm:spPr/>
    </dgm:pt>
  </dgm:ptLst>
  <dgm:cxnLst>
    <dgm:cxn modelId="{24218415-D694-47CA-8459-F42EDCB61FD7}" type="presOf" srcId="{9AD592AA-3008-4D00-9BEC-255FAD23F5B1}" destId="{3A3C4C5A-284E-4D84-8815-D08A60DD73D4}" srcOrd="0" destOrd="0" presId="urn:microsoft.com/office/officeart/2008/layout/AlternatingHexagons"/>
    <dgm:cxn modelId="{C2FFF25C-DAA7-4C55-AD57-D2A13BDEEAE7}" type="presOf" srcId="{CA6EE706-3B34-4BE0-8C0D-D2F4CC77FCBC}" destId="{2917BB17-1E19-4A60-851B-EEC4771B7CDB}" srcOrd="0" destOrd="0" presId="urn:microsoft.com/office/officeart/2008/layout/AlternatingHexagons"/>
    <dgm:cxn modelId="{30736470-27D9-4ABD-9662-85256017E1B9}" type="presOf" srcId="{1F5B94C9-1EA4-4BF7-AFEF-6E8EFBC0B143}" destId="{D8DDB764-4FE0-49FB-A0F7-D9F55DAB9C32}" srcOrd="0" destOrd="0" presId="urn:microsoft.com/office/officeart/2008/layout/AlternatingHexagons"/>
    <dgm:cxn modelId="{09A31F54-F397-473D-9905-C45563412C70}" srcId="{DEEEA541-E2CB-4C57-9A0F-9348EDFABEDD}" destId="{CA6EE706-3B34-4BE0-8C0D-D2F4CC77FCBC}" srcOrd="1" destOrd="0" parTransId="{3CD7B8A5-3137-4A8B-A0EA-EE207371D2BA}" sibTransId="{1F5B94C9-1EA4-4BF7-AFEF-6E8EFBC0B143}"/>
    <dgm:cxn modelId="{6B41608F-9C3B-4546-8185-3BC41E6957A4}" type="presOf" srcId="{DD740A97-F693-4C3B-961D-B1C067754F82}" destId="{D4B93C86-1E50-4EED-8024-581A589F9630}" srcOrd="0" destOrd="0" presId="urn:microsoft.com/office/officeart/2008/layout/AlternatingHexagons"/>
    <dgm:cxn modelId="{EEF08295-B4BB-4C3F-BCA9-FB51129FB6B0}" type="presOf" srcId="{CEDBA0F7-9904-456E-B6A5-F41BB0A67536}" destId="{CDC113EC-001C-45BF-A612-CDC2AA2A6D0B}" srcOrd="0" destOrd="0" presId="urn:microsoft.com/office/officeart/2008/layout/AlternatingHexagons"/>
    <dgm:cxn modelId="{959D5FA0-6EFF-45DE-B006-BBC15FE519AC}" srcId="{DEEEA541-E2CB-4C57-9A0F-9348EDFABEDD}" destId="{CEDBA0F7-9904-456E-B6A5-F41BB0A67536}" srcOrd="0" destOrd="0" parTransId="{A3975CF6-D754-497F-B389-3D3C795FE685}" sibTransId="{83BDBE7C-BF19-4150-B425-624002CF5EDE}"/>
    <dgm:cxn modelId="{B78B23C8-E717-43F6-ABC2-2ACE9161F7B8}" type="presOf" srcId="{83BDBE7C-BF19-4150-B425-624002CF5EDE}" destId="{5ED2E87E-FD5E-480A-A090-EC49E839FEE3}" srcOrd="0" destOrd="0" presId="urn:microsoft.com/office/officeart/2008/layout/AlternatingHexagons"/>
    <dgm:cxn modelId="{E7E9CDDB-70AD-4237-B11A-A801C2CFF8B4}" type="presOf" srcId="{DEEEA541-E2CB-4C57-9A0F-9348EDFABEDD}" destId="{5D20A812-B21C-4553-A91C-D4C26C720C6F}" srcOrd="0" destOrd="0" presId="urn:microsoft.com/office/officeart/2008/layout/AlternatingHexagons"/>
    <dgm:cxn modelId="{391CDFE9-F2E8-4559-AE85-44988E2837A6}" srcId="{DEEEA541-E2CB-4C57-9A0F-9348EDFABEDD}" destId="{9AD592AA-3008-4D00-9BEC-255FAD23F5B1}" srcOrd="2" destOrd="0" parTransId="{E22A2A81-F59E-47BB-A245-CB6A1E26BAFF}" sibTransId="{DD740A97-F693-4C3B-961D-B1C067754F82}"/>
    <dgm:cxn modelId="{1512AE02-0306-43B0-8FE5-AA545CB001EC}" type="presParOf" srcId="{5D20A812-B21C-4553-A91C-D4C26C720C6F}" destId="{657CF858-B57E-49F0-9BAD-EF50F1A91B0F}" srcOrd="0" destOrd="0" presId="urn:microsoft.com/office/officeart/2008/layout/AlternatingHexagons"/>
    <dgm:cxn modelId="{305E57A4-65B9-4757-B35C-82852CB9F7AC}" type="presParOf" srcId="{657CF858-B57E-49F0-9BAD-EF50F1A91B0F}" destId="{CDC113EC-001C-45BF-A612-CDC2AA2A6D0B}" srcOrd="0" destOrd="0" presId="urn:microsoft.com/office/officeart/2008/layout/AlternatingHexagons"/>
    <dgm:cxn modelId="{753F7CB6-2C75-4EDE-AB66-CF97E2312487}" type="presParOf" srcId="{657CF858-B57E-49F0-9BAD-EF50F1A91B0F}" destId="{1D1DA663-D274-497A-87D5-D6AC1F4191D8}" srcOrd="1" destOrd="0" presId="urn:microsoft.com/office/officeart/2008/layout/AlternatingHexagons"/>
    <dgm:cxn modelId="{FFCEF811-DCB2-49C6-9865-BF195D66F365}" type="presParOf" srcId="{657CF858-B57E-49F0-9BAD-EF50F1A91B0F}" destId="{B1441821-B4C9-425B-8D41-06CB9E3810A9}" srcOrd="2" destOrd="0" presId="urn:microsoft.com/office/officeart/2008/layout/AlternatingHexagons"/>
    <dgm:cxn modelId="{B3B65884-1E8A-4CC6-873B-57EF299EFADA}" type="presParOf" srcId="{657CF858-B57E-49F0-9BAD-EF50F1A91B0F}" destId="{11AEE198-EC73-4A1E-9B07-19DEADB0E65F}" srcOrd="3" destOrd="0" presId="urn:microsoft.com/office/officeart/2008/layout/AlternatingHexagons"/>
    <dgm:cxn modelId="{A9E02EDB-6810-4BB5-B3EE-B8FCA5F4AC2F}" type="presParOf" srcId="{657CF858-B57E-49F0-9BAD-EF50F1A91B0F}" destId="{5ED2E87E-FD5E-480A-A090-EC49E839FEE3}" srcOrd="4" destOrd="0" presId="urn:microsoft.com/office/officeart/2008/layout/AlternatingHexagons"/>
    <dgm:cxn modelId="{67725652-1BFB-45BD-AE48-05A31FAC3BBC}" type="presParOf" srcId="{5D20A812-B21C-4553-A91C-D4C26C720C6F}" destId="{7854DC49-CC3F-48B9-9E9A-FBA4B14AE603}" srcOrd="1" destOrd="0" presId="urn:microsoft.com/office/officeart/2008/layout/AlternatingHexagons"/>
    <dgm:cxn modelId="{10D02966-EA21-4DF5-B747-643F59B4F057}" type="presParOf" srcId="{5D20A812-B21C-4553-A91C-D4C26C720C6F}" destId="{CA883974-906E-46EF-ADAA-48A95672C1A3}" srcOrd="2" destOrd="0" presId="urn:microsoft.com/office/officeart/2008/layout/AlternatingHexagons"/>
    <dgm:cxn modelId="{68B91D4C-E93E-4230-AC47-00C15C7787C5}" type="presParOf" srcId="{CA883974-906E-46EF-ADAA-48A95672C1A3}" destId="{2917BB17-1E19-4A60-851B-EEC4771B7CDB}" srcOrd="0" destOrd="0" presId="urn:microsoft.com/office/officeart/2008/layout/AlternatingHexagons"/>
    <dgm:cxn modelId="{C301B898-4461-4EF2-B0A5-388448313C69}" type="presParOf" srcId="{CA883974-906E-46EF-ADAA-48A95672C1A3}" destId="{DA324122-FCA9-4034-980C-5E96DD1C5163}" srcOrd="1" destOrd="0" presId="urn:microsoft.com/office/officeart/2008/layout/AlternatingHexagons"/>
    <dgm:cxn modelId="{FC02EA43-7A35-4AA4-98CC-ED78856E862C}" type="presParOf" srcId="{CA883974-906E-46EF-ADAA-48A95672C1A3}" destId="{53A9EC39-410E-4964-90E3-3C636CC2917B}" srcOrd="2" destOrd="0" presId="urn:microsoft.com/office/officeart/2008/layout/AlternatingHexagons"/>
    <dgm:cxn modelId="{EDC9408F-F72E-441E-A2E5-B475996AE7B0}" type="presParOf" srcId="{CA883974-906E-46EF-ADAA-48A95672C1A3}" destId="{A32A0F3A-5AF5-4605-B49D-1C459E340F3C}" srcOrd="3" destOrd="0" presId="urn:microsoft.com/office/officeart/2008/layout/AlternatingHexagons"/>
    <dgm:cxn modelId="{DC1F6C4A-55F8-4FD7-A5F5-54C7E4F4631D}" type="presParOf" srcId="{CA883974-906E-46EF-ADAA-48A95672C1A3}" destId="{D8DDB764-4FE0-49FB-A0F7-D9F55DAB9C32}" srcOrd="4" destOrd="0" presId="urn:microsoft.com/office/officeart/2008/layout/AlternatingHexagons"/>
    <dgm:cxn modelId="{445B1FE2-2820-467E-9ED6-385847FD421D}" type="presParOf" srcId="{5D20A812-B21C-4553-A91C-D4C26C720C6F}" destId="{32C68C87-D988-471E-946D-9739DF0EB773}" srcOrd="3" destOrd="0" presId="urn:microsoft.com/office/officeart/2008/layout/AlternatingHexagons"/>
    <dgm:cxn modelId="{F312CA27-314F-4542-A772-1A9BD0F8D8D1}" type="presParOf" srcId="{5D20A812-B21C-4553-A91C-D4C26C720C6F}" destId="{3E47BE97-4FA4-4D73-BFF9-2559DA6E9E0F}" srcOrd="4" destOrd="0" presId="urn:microsoft.com/office/officeart/2008/layout/AlternatingHexagons"/>
    <dgm:cxn modelId="{8CD6DDA0-334C-440E-A455-275A03E30DDE}" type="presParOf" srcId="{3E47BE97-4FA4-4D73-BFF9-2559DA6E9E0F}" destId="{3A3C4C5A-284E-4D84-8815-D08A60DD73D4}" srcOrd="0" destOrd="0" presId="urn:microsoft.com/office/officeart/2008/layout/AlternatingHexagons"/>
    <dgm:cxn modelId="{E83316AE-7352-4A7F-A27B-A47E1AD9C94B}" type="presParOf" srcId="{3E47BE97-4FA4-4D73-BFF9-2559DA6E9E0F}" destId="{59ECFCE0-59AB-4C4E-93C4-339C09AD9B44}" srcOrd="1" destOrd="0" presId="urn:microsoft.com/office/officeart/2008/layout/AlternatingHexagons"/>
    <dgm:cxn modelId="{67FB3AD5-1E0A-4FD9-847F-656405073039}" type="presParOf" srcId="{3E47BE97-4FA4-4D73-BFF9-2559DA6E9E0F}" destId="{7A64D95E-2A29-4EE1-B9A7-B6A65A17C4B4}" srcOrd="2" destOrd="0" presId="urn:microsoft.com/office/officeart/2008/layout/AlternatingHexagons"/>
    <dgm:cxn modelId="{C91DA1E4-676C-4804-8386-4C15C136955B}" type="presParOf" srcId="{3E47BE97-4FA4-4D73-BFF9-2559DA6E9E0F}" destId="{7DC918A2-775E-4CB3-B3CE-E9BD1C0830EF}" srcOrd="3" destOrd="0" presId="urn:microsoft.com/office/officeart/2008/layout/AlternatingHexagons"/>
    <dgm:cxn modelId="{3CE269AA-7B25-4347-8CD2-0C902230C7F5}" type="presParOf" srcId="{3E47BE97-4FA4-4D73-BFF9-2559DA6E9E0F}" destId="{D4B93C86-1E50-4EED-8024-581A589F9630}"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72D4226-BDD0-4A44-B34A-DA9C2D600B4B}" type="doc">
      <dgm:prSet loTypeId="urn:microsoft.com/office/officeart/2016/7/layout/RepeatingBendingProcessNew" loCatId="process" qsTypeId="urn:microsoft.com/office/officeart/2005/8/quickstyle/3d3" qsCatId="3D" csTypeId="urn:microsoft.com/office/officeart/2005/8/colors/colorful5" csCatId="colorful" phldr="1"/>
      <dgm:spPr/>
      <dgm:t>
        <a:bodyPr/>
        <a:lstStyle/>
        <a:p>
          <a:endParaRPr lang="en-US"/>
        </a:p>
      </dgm:t>
    </dgm:pt>
    <dgm:pt modelId="{48E389BD-A658-474D-A249-9D1EF239E74B}">
      <dgm:prSet/>
      <dgm:spPr/>
      <dgm:t>
        <a:bodyPr/>
        <a:lstStyle/>
        <a:p>
          <a:r>
            <a:rPr lang="en-GB" dirty="0"/>
            <a:t>Tone mismatch between the engineer and the client – One is too formal and the other is too informal.</a:t>
          </a:r>
          <a:endParaRPr lang="en-US" dirty="0"/>
        </a:p>
      </dgm:t>
    </dgm:pt>
    <dgm:pt modelId="{F6799AA0-0185-4227-B200-728016B28B68}" type="parTrans" cxnId="{C9DB9FC0-502A-453D-A876-8E00A40192C1}">
      <dgm:prSet/>
      <dgm:spPr/>
      <dgm:t>
        <a:bodyPr/>
        <a:lstStyle/>
        <a:p>
          <a:endParaRPr lang="en-GB"/>
        </a:p>
      </dgm:t>
    </dgm:pt>
    <dgm:pt modelId="{C0F09B16-37BD-4034-BEA4-522F27063996}" type="sibTrans" cxnId="{C9DB9FC0-502A-453D-A876-8E00A40192C1}">
      <dgm:prSet/>
      <dgm:spPr/>
      <dgm:t>
        <a:bodyPr/>
        <a:lstStyle/>
        <a:p>
          <a:endParaRPr lang="en-GB"/>
        </a:p>
      </dgm:t>
    </dgm:pt>
    <dgm:pt modelId="{1898F961-6726-42D3-AF4F-CD01A22CFC8A}">
      <dgm:prSet/>
      <dgm:spPr/>
      <dgm:t>
        <a:bodyPr/>
        <a:lstStyle/>
        <a:p>
          <a:r>
            <a:rPr lang="en-GB"/>
            <a:t>Late responses are sent without apologies.</a:t>
          </a:r>
        </a:p>
      </dgm:t>
    </dgm:pt>
    <dgm:pt modelId="{B5ABC29F-7AB1-46EA-9ACA-67B82EAC4B27}" type="parTrans" cxnId="{CA8A8791-921A-4ECD-9352-DF1EBB00DEDA}">
      <dgm:prSet/>
      <dgm:spPr/>
      <dgm:t>
        <a:bodyPr/>
        <a:lstStyle/>
        <a:p>
          <a:endParaRPr lang="en-GB"/>
        </a:p>
      </dgm:t>
    </dgm:pt>
    <dgm:pt modelId="{BBB2C696-F67F-4EC0-9A74-33D96443C193}" type="sibTrans" cxnId="{CA8A8791-921A-4ECD-9352-DF1EBB00DEDA}">
      <dgm:prSet/>
      <dgm:spPr/>
      <dgm:t>
        <a:bodyPr/>
        <a:lstStyle/>
        <a:p>
          <a:endParaRPr lang="en-GB"/>
        </a:p>
      </dgm:t>
    </dgm:pt>
    <dgm:pt modelId="{4C8DEF12-036C-45A0-A932-F3E036CB7BA8}">
      <dgm:prSet/>
      <dgm:spPr/>
      <dgm:t>
        <a:bodyPr/>
        <a:lstStyle/>
        <a:p>
          <a:r>
            <a:rPr lang="en-GB" dirty="0"/>
            <a:t>Clients are discouraged from contacting support, through words and behaviour.</a:t>
          </a:r>
        </a:p>
      </dgm:t>
    </dgm:pt>
    <dgm:pt modelId="{ED307E0D-2664-440E-9121-9132DC3F6A2F}" type="parTrans" cxnId="{0C1A0A6F-1864-4736-8CEE-E2FB2193DD52}">
      <dgm:prSet/>
      <dgm:spPr/>
      <dgm:t>
        <a:bodyPr/>
        <a:lstStyle/>
        <a:p>
          <a:endParaRPr lang="en-GB"/>
        </a:p>
      </dgm:t>
    </dgm:pt>
    <dgm:pt modelId="{E7FE481A-BECD-48CC-8007-3A71B18F854E}" type="sibTrans" cxnId="{0C1A0A6F-1864-4736-8CEE-E2FB2193DD52}">
      <dgm:prSet/>
      <dgm:spPr/>
      <dgm:t>
        <a:bodyPr/>
        <a:lstStyle/>
        <a:p>
          <a:endParaRPr lang="en-GB"/>
        </a:p>
      </dgm:t>
    </dgm:pt>
    <dgm:pt modelId="{9B687D3D-B9EE-47CF-BB2F-5DE8A47A2914}">
      <dgm:prSet/>
      <dgm:spPr/>
      <dgm:t>
        <a:bodyPr/>
        <a:lstStyle/>
        <a:p>
          <a:r>
            <a:rPr lang="en-GB" dirty="0"/>
            <a:t>Agents with the Somebody Else’s Ticket syndrome – That is, issues getting deflected to other departments without any explanations or follow-ups.</a:t>
          </a:r>
        </a:p>
      </dgm:t>
    </dgm:pt>
    <dgm:pt modelId="{469026D1-B732-4E14-B6A2-C190E7170EB1}" type="parTrans" cxnId="{1C774B82-0502-44E3-906C-A2A13FE43D79}">
      <dgm:prSet/>
      <dgm:spPr/>
      <dgm:t>
        <a:bodyPr/>
        <a:lstStyle/>
        <a:p>
          <a:endParaRPr lang="en-GB"/>
        </a:p>
      </dgm:t>
    </dgm:pt>
    <dgm:pt modelId="{92A431BE-2C0D-4E48-98B0-466FB196C7AC}" type="sibTrans" cxnId="{1C774B82-0502-44E3-906C-A2A13FE43D79}">
      <dgm:prSet/>
      <dgm:spPr/>
      <dgm:t>
        <a:bodyPr/>
        <a:lstStyle/>
        <a:p>
          <a:endParaRPr lang="en-GB"/>
        </a:p>
      </dgm:t>
    </dgm:pt>
    <dgm:pt modelId="{A0C7217C-A3CB-49E8-B605-980E668CFC5C}">
      <dgm:prSet/>
      <dgm:spPr/>
      <dgm:t>
        <a:bodyPr/>
        <a:lstStyle/>
        <a:p>
          <a:r>
            <a:rPr lang="en-GB"/>
            <a:t>Lack of customer satisfaction – There is no bigger sign of lack of empathy than the customer being unhappy even after getting what they want.</a:t>
          </a:r>
        </a:p>
      </dgm:t>
    </dgm:pt>
    <dgm:pt modelId="{5DCD6586-1BF1-41B5-94F9-5FE8308169A0}" type="parTrans" cxnId="{0A237716-8FDC-497A-BEF2-D958018E2532}">
      <dgm:prSet/>
      <dgm:spPr/>
      <dgm:t>
        <a:bodyPr/>
        <a:lstStyle/>
        <a:p>
          <a:endParaRPr lang="en-GB"/>
        </a:p>
      </dgm:t>
    </dgm:pt>
    <dgm:pt modelId="{66E40A78-7984-4CBA-9140-C681280C545E}" type="sibTrans" cxnId="{0A237716-8FDC-497A-BEF2-D958018E2532}">
      <dgm:prSet/>
      <dgm:spPr/>
      <dgm:t>
        <a:bodyPr/>
        <a:lstStyle/>
        <a:p>
          <a:endParaRPr lang="en-GB"/>
        </a:p>
      </dgm:t>
    </dgm:pt>
    <dgm:pt modelId="{0C933274-B5DB-4741-85DD-6FD13C5716FB}" type="pres">
      <dgm:prSet presAssocID="{C72D4226-BDD0-4A44-B34A-DA9C2D600B4B}" presName="Name0" presStyleCnt="0">
        <dgm:presLayoutVars>
          <dgm:dir/>
          <dgm:resizeHandles val="exact"/>
        </dgm:presLayoutVars>
      </dgm:prSet>
      <dgm:spPr/>
    </dgm:pt>
    <dgm:pt modelId="{A290080C-BC25-4CB4-BAD6-6AF05D07AD64}" type="pres">
      <dgm:prSet presAssocID="{48E389BD-A658-474D-A249-9D1EF239E74B}" presName="node" presStyleLbl="node1" presStyleIdx="0" presStyleCnt="5">
        <dgm:presLayoutVars>
          <dgm:bulletEnabled val="1"/>
        </dgm:presLayoutVars>
      </dgm:prSet>
      <dgm:spPr/>
    </dgm:pt>
    <dgm:pt modelId="{C57612FC-584F-4BD0-8DE9-0F0D868316A6}" type="pres">
      <dgm:prSet presAssocID="{C0F09B16-37BD-4034-BEA4-522F27063996}" presName="sibTrans" presStyleLbl="sibTrans1D1" presStyleIdx="0" presStyleCnt="4"/>
      <dgm:spPr/>
    </dgm:pt>
    <dgm:pt modelId="{C8468826-ACB7-4998-8C8E-96AB3CB0C196}" type="pres">
      <dgm:prSet presAssocID="{C0F09B16-37BD-4034-BEA4-522F27063996}" presName="connectorText" presStyleLbl="sibTrans1D1" presStyleIdx="0" presStyleCnt="4"/>
      <dgm:spPr/>
    </dgm:pt>
    <dgm:pt modelId="{EE3F296D-3E30-4CC2-B330-D7E578FDC4C0}" type="pres">
      <dgm:prSet presAssocID="{1898F961-6726-42D3-AF4F-CD01A22CFC8A}" presName="node" presStyleLbl="node1" presStyleIdx="1" presStyleCnt="5">
        <dgm:presLayoutVars>
          <dgm:bulletEnabled val="1"/>
        </dgm:presLayoutVars>
      </dgm:prSet>
      <dgm:spPr/>
    </dgm:pt>
    <dgm:pt modelId="{98F34A49-A201-47D7-8459-47ACBA900E93}" type="pres">
      <dgm:prSet presAssocID="{BBB2C696-F67F-4EC0-9A74-33D96443C193}" presName="sibTrans" presStyleLbl="sibTrans1D1" presStyleIdx="1" presStyleCnt="4"/>
      <dgm:spPr/>
    </dgm:pt>
    <dgm:pt modelId="{9F63F996-EC15-48A2-BEF4-AE5B14508EA7}" type="pres">
      <dgm:prSet presAssocID="{BBB2C696-F67F-4EC0-9A74-33D96443C193}" presName="connectorText" presStyleLbl="sibTrans1D1" presStyleIdx="1" presStyleCnt="4"/>
      <dgm:spPr/>
    </dgm:pt>
    <dgm:pt modelId="{2D9D6314-EE36-46FD-A59D-4ECADF198534}" type="pres">
      <dgm:prSet presAssocID="{4C8DEF12-036C-45A0-A932-F3E036CB7BA8}" presName="node" presStyleLbl="node1" presStyleIdx="2" presStyleCnt="5">
        <dgm:presLayoutVars>
          <dgm:bulletEnabled val="1"/>
        </dgm:presLayoutVars>
      </dgm:prSet>
      <dgm:spPr/>
    </dgm:pt>
    <dgm:pt modelId="{B721183B-620A-490B-A45A-B93E4F1350A5}" type="pres">
      <dgm:prSet presAssocID="{E7FE481A-BECD-48CC-8007-3A71B18F854E}" presName="sibTrans" presStyleLbl="sibTrans1D1" presStyleIdx="2" presStyleCnt="4"/>
      <dgm:spPr/>
    </dgm:pt>
    <dgm:pt modelId="{66048CBF-C664-4482-8874-1441D3A0F79D}" type="pres">
      <dgm:prSet presAssocID="{E7FE481A-BECD-48CC-8007-3A71B18F854E}" presName="connectorText" presStyleLbl="sibTrans1D1" presStyleIdx="2" presStyleCnt="4"/>
      <dgm:spPr/>
    </dgm:pt>
    <dgm:pt modelId="{FBE8F5BD-399D-4818-9CE5-27634D0D9FEC}" type="pres">
      <dgm:prSet presAssocID="{9B687D3D-B9EE-47CF-BB2F-5DE8A47A2914}" presName="node" presStyleLbl="node1" presStyleIdx="3" presStyleCnt="5">
        <dgm:presLayoutVars>
          <dgm:bulletEnabled val="1"/>
        </dgm:presLayoutVars>
      </dgm:prSet>
      <dgm:spPr/>
    </dgm:pt>
    <dgm:pt modelId="{B425A76D-BCAB-415C-8BD4-7E049C86890D}" type="pres">
      <dgm:prSet presAssocID="{92A431BE-2C0D-4E48-98B0-466FB196C7AC}" presName="sibTrans" presStyleLbl="sibTrans1D1" presStyleIdx="3" presStyleCnt="4"/>
      <dgm:spPr/>
    </dgm:pt>
    <dgm:pt modelId="{3CAB1998-FC4B-4081-9D81-9DF1F08CE512}" type="pres">
      <dgm:prSet presAssocID="{92A431BE-2C0D-4E48-98B0-466FB196C7AC}" presName="connectorText" presStyleLbl="sibTrans1D1" presStyleIdx="3" presStyleCnt="4"/>
      <dgm:spPr/>
    </dgm:pt>
    <dgm:pt modelId="{61B40E79-C3FE-47DD-8809-E048904E022B}" type="pres">
      <dgm:prSet presAssocID="{A0C7217C-A3CB-49E8-B605-980E668CFC5C}" presName="node" presStyleLbl="node1" presStyleIdx="4" presStyleCnt="5">
        <dgm:presLayoutVars>
          <dgm:bulletEnabled val="1"/>
        </dgm:presLayoutVars>
      </dgm:prSet>
      <dgm:spPr/>
    </dgm:pt>
  </dgm:ptLst>
  <dgm:cxnLst>
    <dgm:cxn modelId="{F6957E00-393B-4CB7-807B-1C65900CEAA9}" type="presOf" srcId="{92A431BE-2C0D-4E48-98B0-466FB196C7AC}" destId="{B425A76D-BCAB-415C-8BD4-7E049C86890D}" srcOrd="0" destOrd="0" presId="urn:microsoft.com/office/officeart/2016/7/layout/RepeatingBendingProcessNew"/>
    <dgm:cxn modelId="{12B27908-6F6D-4599-8D8E-DC1BBE33F100}" type="presOf" srcId="{9B687D3D-B9EE-47CF-BB2F-5DE8A47A2914}" destId="{FBE8F5BD-399D-4818-9CE5-27634D0D9FEC}" srcOrd="0" destOrd="0" presId="urn:microsoft.com/office/officeart/2016/7/layout/RepeatingBendingProcessNew"/>
    <dgm:cxn modelId="{2826720D-884A-4E65-A3BB-1088A7358E87}" type="presOf" srcId="{C0F09B16-37BD-4034-BEA4-522F27063996}" destId="{C8468826-ACB7-4998-8C8E-96AB3CB0C196}" srcOrd="1" destOrd="0" presId="urn:microsoft.com/office/officeart/2016/7/layout/RepeatingBendingProcessNew"/>
    <dgm:cxn modelId="{0A237716-8FDC-497A-BEF2-D958018E2532}" srcId="{C72D4226-BDD0-4A44-B34A-DA9C2D600B4B}" destId="{A0C7217C-A3CB-49E8-B605-980E668CFC5C}" srcOrd="4" destOrd="0" parTransId="{5DCD6586-1BF1-41B5-94F9-5FE8308169A0}" sibTransId="{66E40A78-7984-4CBA-9140-C681280C545E}"/>
    <dgm:cxn modelId="{E747A525-79B4-4FA1-A128-E9CC6E0862F7}" type="presOf" srcId="{E7FE481A-BECD-48CC-8007-3A71B18F854E}" destId="{66048CBF-C664-4482-8874-1441D3A0F79D}" srcOrd="1" destOrd="0" presId="urn:microsoft.com/office/officeart/2016/7/layout/RepeatingBendingProcessNew"/>
    <dgm:cxn modelId="{848BE738-F516-4047-90E1-1E62B45E8F0B}" type="presOf" srcId="{4C8DEF12-036C-45A0-A932-F3E036CB7BA8}" destId="{2D9D6314-EE36-46FD-A59D-4ECADF198534}" srcOrd="0" destOrd="0" presId="urn:microsoft.com/office/officeart/2016/7/layout/RepeatingBendingProcessNew"/>
    <dgm:cxn modelId="{B6BC5B3B-BEFE-45F5-877F-FD98D0AA4594}" type="presOf" srcId="{C72D4226-BDD0-4A44-B34A-DA9C2D600B4B}" destId="{0C933274-B5DB-4741-85DD-6FD13C5716FB}" srcOrd="0" destOrd="0" presId="urn:microsoft.com/office/officeart/2016/7/layout/RepeatingBendingProcessNew"/>
    <dgm:cxn modelId="{B6DFFE64-6CBD-46CD-94D3-DC7CC9AE4D44}" type="presOf" srcId="{1898F961-6726-42D3-AF4F-CD01A22CFC8A}" destId="{EE3F296D-3E30-4CC2-B330-D7E578FDC4C0}" srcOrd="0" destOrd="0" presId="urn:microsoft.com/office/officeart/2016/7/layout/RepeatingBendingProcessNew"/>
    <dgm:cxn modelId="{0C1A0A6F-1864-4736-8CEE-E2FB2193DD52}" srcId="{C72D4226-BDD0-4A44-B34A-DA9C2D600B4B}" destId="{4C8DEF12-036C-45A0-A932-F3E036CB7BA8}" srcOrd="2" destOrd="0" parTransId="{ED307E0D-2664-440E-9121-9132DC3F6A2F}" sibTransId="{E7FE481A-BECD-48CC-8007-3A71B18F854E}"/>
    <dgm:cxn modelId="{69825778-0479-4692-81FB-DE4F4DC45010}" type="presOf" srcId="{C0F09B16-37BD-4034-BEA4-522F27063996}" destId="{C57612FC-584F-4BD0-8DE9-0F0D868316A6}" srcOrd="0" destOrd="0" presId="urn:microsoft.com/office/officeart/2016/7/layout/RepeatingBendingProcessNew"/>
    <dgm:cxn modelId="{FF3C1982-5FB1-478F-9DD9-033634ED0D90}" type="presOf" srcId="{BBB2C696-F67F-4EC0-9A74-33D96443C193}" destId="{98F34A49-A201-47D7-8459-47ACBA900E93}" srcOrd="0" destOrd="0" presId="urn:microsoft.com/office/officeart/2016/7/layout/RepeatingBendingProcessNew"/>
    <dgm:cxn modelId="{1C774B82-0502-44E3-906C-A2A13FE43D79}" srcId="{C72D4226-BDD0-4A44-B34A-DA9C2D600B4B}" destId="{9B687D3D-B9EE-47CF-BB2F-5DE8A47A2914}" srcOrd="3" destOrd="0" parTransId="{469026D1-B732-4E14-B6A2-C190E7170EB1}" sibTransId="{92A431BE-2C0D-4E48-98B0-466FB196C7AC}"/>
    <dgm:cxn modelId="{CA8A8791-921A-4ECD-9352-DF1EBB00DEDA}" srcId="{C72D4226-BDD0-4A44-B34A-DA9C2D600B4B}" destId="{1898F961-6726-42D3-AF4F-CD01A22CFC8A}" srcOrd="1" destOrd="0" parTransId="{B5ABC29F-7AB1-46EA-9ACA-67B82EAC4B27}" sibTransId="{BBB2C696-F67F-4EC0-9A74-33D96443C193}"/>
    <dgm:cxn modelId="{2685AD9F-3253-4A84-A29F-2EE71CA30F0A}" type="presOf" srcId="{A0C7217C-A3CB-49E8-B605-980E668CFC5C}" destId="{61B40E79-C3FE-47DD-8809-E048904E022B}" srcOrd="0" destOrd="0" presId="urn:microsoft.com/office/officeart/2016/7/layout/RepeatingBendingProcessNew"/>
    <dgm:cxn modelId="{16A1C3B6-6FFD-47EE-81F6-B9ACDE4FF94A}" type="presOf" srcId="{E7FE481A-BECD-48CC-8007-3A71B18F854E}" destId="{B721183B-620A-490B-A45A-B93E4F1350A5}" srcOrd="0" destOrd="0" presId="urn:microsoft.com/office/officeart/2016/7/layout/RepeatingBendingProcessNew"/>
    <dgm:cxn modelId="{C9DB9FC0-502A-453D-A876-8E00A40192C1}" srcId="{C72D4226-BDD0-4A44-B34A-DA9C2D600B4B}" destId="{48E389BD-A658-474D-A249-9D1EF239E74B}" srcOrd="0" destOrd="0" parTransId="{F6799AA0-0185-4227-B200-728016B28B68}" sibTransId="{C0F09B16-37BD-4034-BEA4-522F27063996}"/>
    <dgm:cxn modelId="{E9A640C4-2A90-4357-BF39-185E4B6A7F2F}" type="presOf" srcId="{48E389BD-A658-474D-A249-9D1EF239E74B}" destId="{A290080C-BC25-4CB4-BAD6-6AF05D07AD64}" srcOrd="0" destOrd="0" presId="urn:microsoft.com/office/officeart/2016/7/layout/RepeatingBendingProcessNew"/>
    <dgm:cxn modelId="{992464D7-A6C1-4883-9B2A-EC8991EB67D9}" type="presOf" srcId="{BBB2C696-F67F-4EC0-9A74-33D96443C193}" destId="{9F63F996-EC15-48A2-BEF4-AE5B14508EA7}" srcOrd="1" destOrd="0" presId="urn:microsoft.com/office/officeart/2016/7/layout/RepeatingBendingProcessNew"/>
    <dgm:cxn modelId="{ADA189EC-4691-4490-9176-95226797F99E}" type="presOf" srcId="{92A431BE-2C0D-4E48-98B0-466FB196C7AC}" destId="{3CAB1998-FC4B-4081-9D81-9DF1F08CE512}" srcOrd="1" destOrd="0" presId="urn:microsoft.com/office/officeart/2016/7/layout/RepeatingBendingProcessNew"/>
    <dgm:cxn modelId="{E313796B-CC89-4EAB-A23D-833F7746D9E3}" type="presParOf" srcId="{0C933274-B5DB-4741-85DD-6FD13C5716FB}" destId="{A290080C-BC25-4CB4-BAD6-6AF05D07AD64}" srcOrd="0" destOrd="0" presId="urn:microsoft.com/office/officeart/2016/7/layout/RepeatingBendingProcessNew"/>
    <dgm:cxn modelId="{0E6A4CAF-C2CE-4C3A-8B11-F7A324F0B023}" type="presParOf" srcId="{0C933274-B5DB-4741-85DD-6FD13C5716FB}" destId="{C57612FC-584F-4BD0-8DE9-0F0D868316A6}" srcOrd="1" destOrd="0" presId="urn:microsoft.com/office/officeart/2016/7/layout/RepeatingBendingProcessNew"/>
    <dgm:cxn modelId="{AB350F0C-9132-4A39-8E19-6094EC21DAF1}" type="presParOf" srcId="{C57612FC-584F-4BD0-8DE9-0F0D868316A6}" destId="{C8468826-ACB7-4998-8C8E-96AB3CB0C196}" srcOrd="0" destOrd="0" presId="urn:microsoft.com/office/officeart/2016/7/layout/RepeatingBendingProcessNew"/>
    <dgm:cxn modelId="{FF1D1073-4ABA-415C-9718-C755DF78FD23}" type="presParOf" srcId="{0C933274-B5DB-4741-85DD-6FD13C5716FB}" destId="{EE3F296D-3E30-4CC2-B330-D7E578FDC4C0}" srcOrd="2" destOrd="0" presId="urn:microsoft.com/office/officeart/2016/7/layout/RepeatingBendingProcessNew"/>
    <dgm:cxn modelId="{9B6A3EE0-835A-4E33-A375-424B506FF0B5}" type="presParOf" srcId="{0C933274-B5DB-4741-85DD-6FD13C5716FB}" destId="{98F34A49-A201-47D7-8459-47ACBA900E93}" srcOrd="3" destOrd="0" presId="urn:microsoft.com/office/officeart/2016/7/layout/RepeatingBendingProcessNew"/>
    <dgm:cxn modelId="{289FC5AC-5D9A-4F3A-8438-1D0EA744DD84}" type="presParOf" srcId="{98F34A49-A201-47D7-8459-47ACBA900E93}" destId="{9F63F996-EC15-48A2-BEF4-AE5B14508EA7}" srcOrd="0" destOrd="0" presId="urn:microsoft.com/office/officeart/2016/7/layout/RepeatingBendingProcessNew"/>
    <dgm:cxn modelId="{BFCD51DD-FB2A-465F-AED5-402F63644D38}" type="presParOf" srcId="{0C933274-B5DB-4741-85DD-6FD13C5716FB}" destId="{2D9D6314-EE36-46FD-A59D-4ECADF198534}" srcOrd="4" destOrd="0" presId="urn:microsoft.com/office/officeart/2016/7/layout/RepeatingBendingProcessNew"/>
    <dgm:cxn modelId="{4C23B8DB-E9AD-4EDB-9AB2-2E0EDF4292A9}" type="presParOf" srcId="{0C933274-B5DB-4741-85DD-6FD13C5716FB}" destId="{B721183B-620A-490B-A45A-B93E4F1350A5}" srcOrd="5" destOrd="0" presId="urn:microsoft.com/office/officeart/2016/7/layout/RepeatingBendingProcessNew"/>
    <dgm:cxn modelId="{FC536258-C1E3-4B68-9634-43E02D6FF93C}" type="presParOf" srcId="{B721183B-620A-490B-A45A-B93E4F1350A5}" destId="{66048CBF-C664-4482-8874-1441D3A0F79D}" srcOrd="0" destOrd="0" presId="urn:microsoft.com/office/officeart/2016/7/layout/RepeatingBendingProcessNew"/>
    <dgm:cxn modelId="{E71FF602-84D2-4DBD-8A15-7BCF5F07197E}" type="presParOf" srcId="{0C933274-B5DB-4741-85DD-6FD13C5716FB}" destId="{FBE8F5BD-399D-4818-9CE5-27634D0D9FEC}" srcOrd="6" destOrd="0" presId="urn:microsoft.com/office/officeart/2016/7/layout/RepeatingBendingProcessNew"/>
    <dgm:cxn modelId="{23608A54-97FF-4B2E-B927-60BAF257E961}" type="presParOf" srcId="{0C933274-B5DB-4741-85DD-6FD13C5716FB}" destId="{B425A76D-BCAB-415C-8BD4-7E049C86890D}" srcOrd="7" destOrd="0" presId="urn:microsoft.com/office/officeart/2016/7/layout/RepeatingBendingProcessNew"/>
    <dgm:cxn modelId="{E20E082F-FAA4-4547-BCF9-6E62E8AACFDC}" type="presParOf" srcId="{B425A76D-BCAB-415C-8BD4-7E049C86890D}" destId="{3CAB1998-FC4B-4081-9D81-9DF1F08CE512}" srcOrd="0" destOrd="0" presId="urn:microsoft.com/office/officeart/2016/7/layout/RepeatingBendingProcessNew"/>
    <dgm:cxn modelId="{CB401B65-910B-40CB-AFBE-16B64FD5ABE8}" type="presParOf" srcId="{0C933274-B5DB-4741-85DD-6FD13C5716FB}" destId="{61B40E79-C3FE-47DD-8809-E048904E022B}" srcOrd="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3996B3-B290-4F6E-98AE-D3F3D29E582A}"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197030F1-67F3-40A8-8B4E-91DD144C05D1}">
      <dgm:prSet/>
      <dgm:spPr/>
      <dgm:t>
        <a:bodyPr/>
        <a:lstStyle/>
        <a:p>
          <a:r>
            <a:rPr lang="en-GB" b="1"/>
            <a:t>Understand your biases</a:t>
          </a:r>
          <a:endParaRPr lang="en-US"/>
        </a:p>
      </dgm:t>
    </dgm:pt>
    <dgm:pt modelId="{E8874689-BA88-4345-A10E-7AD60F4BAEB8}" type="parTrans" cxnId="{829073D5-DD6B-4D37-B2EB-9E9E4B98C81F}">
      <dgm:prSet/>
      <dgm:spPr/>
      <dgm:t>
        <a:bodyPr/>
        <a:lstStyle/>
        <a:p>
          <a:endParaRPr lang="en-US"/>
        </a:p>
      </dgm:t>
    </dgm:pt>
    <dgm:pt modelId="{2023A9D6-0E63-4C74-AE7E-7EFEE9BC4988}" type="sibTrans" cxnId="{829073D5-DD6B-4D37-B2EB-9E9E4B98C81F}">
      <dgm:prSet/>
      <dgm:spPr/>
      <dgm:t>
        <a:bodyPr/>
        <a:lstStyle/>
        <a:p>
          <a:endParaRPr lang="en-US"/>
        </a:p>
      </dgm:t>
    </dgm:pt>
    <dgm:pt modelId="{14D16F09-1482-4A4D-A799-2ADF5BCA0333}">
      <dgm:prSet/>
      <dgm:spPr/>
      <dgm:t>
        <a:bodyPr/>
        <a:lstStyle/>
        <a:p>
          <a:r>
            <a:rPr lang="en-GB" b="1"/>
            <a:t>Reading fiction and other activities to put you in someone else’s shoes</a:t>
          </a:r>
          <a:endParaRPr lang="en-US"/>
        </a:p>
      </dgm:t>
    </dgm:pt>
    <dgm:pt modelId="{99CE4329-15BE-494B-8D53-E20D8B71740B}" type="parTrans" cxnId="{2D5334AF-CE8E-450B-9049-411A3751BF51}">
      <dgm:prSet/>
      <dgm:spPr/>
      <dgm:t>
        <a:bodyPr/>
        <a:lstStyle/>
        <a:p>
          <a:endParaRPr lang="en-US"/>
        </a:p>
      </dgm:t>
    </dgm:pt>
    <dgm:pt modelId="{6F139355-F7A0-4447-8269-86316CF9C05B}" type="sibTrans" cxnId="{2D5334AF-CE8E-450B-9049-411A3751BF51}">
      <dgm:prSet/>
      <dgm:spPr/>
      <dgm:t>
        <a:bodyPr/>
        <a:lstStyle/>
        <a:p>
          <a:endParaRPr lang="en-US"/>
        </a:p>
      </dgm:t>
    </dgm:pt>
    <dgm:pt modelId="{BF87ABA6-9A5D-442A-9B3D-30DCD4944A28}">
      <dgm:prSet/>
      <dgm:spPr/>
      <dgm:t>
        <a:bodyPr/>
        <a:lstStyle/>
        <a:p>
          <a:r>
            <a:rPr lang="en-GB" b="1"/>
            <a:t>Maintain positivity</a:t>
          </a:r>
          <a:endParaRPr lang="en-US"/>
        </a:p>
      </dgm:t>
    </dgm:pt>
    <dgm:pt modelId="{40619E88-1EEE-4908-9376-582D27E842B3}" type="parTrans" cxnId="{5B009DE6-C055-42B9-BABA-7F1AA5E04E78}">
      <dgm:prSet/>
      <dgm:spPr/>
      <dgm:t>
        <a:bodyPr/>
        <a:lstStyle/>
        <a:p>
          <a:endParaRPr lang="en-US"/>
        </a:p>
      </dgm:t>
    </dgm:pt>
    <dgm:pt modelId="{BFC27B18-C903-4C07-8D99-A7E28657B04D}" type="sibTrans" cxnId="{5B009DE6-C055-42B9-BABA-7F1AA5E04E78}">
      <dgm:prSet/>
      <dgm:spPr/>
      <dgm:t>
        <a:bodyPr/>
        <a:lstStyle/>
        <a:p>
          <a:endParaRPr lang="en-US"/>
        </a:p>
      </dgm:t>
    </dgm:pt>
    <dgm:pt modelId="{87A636D4-F677-4475-A44C-2A24214B65E6}">
      <dgm:prSet/>
      <dgm:spPr/>
      <dgm:t>
        <a:bodyPr/>
        <a:lstStyle/>
        <a:p>
          <a:r>
            <a:rPr lang="en-GB" b="1" dirty="0"/>
            <a:t>Understand </a:t>
          </a:r>
          <a:r>
            <a:rPr lang="en-GB" b="1"/>
            <a:t>client business</a:t>
          </a:r>
          <a:endParaRPr lang="en-US" dirty="0"/>
        </a:p>
      </dgm:t>
    </dgm:pt>
    <dgm:pt modelId="{CA4BF843-F510-4B84-ADFC-E34D379ADBC0}" type="parTrans" cxnId="{BA73819C-0927-479F-850A-32E8BEF50599}">
      <dgm:prSet/>
      <dgm:spPr/>
      <dgm:t>
        <a:bodyPr/>
        <a:lstStyle/>
        <a:p>
          <a:endParaRPr lang="en-US"/>
        </a:p>
      </dgm:t>
    </dgm:pt>
    <dgm:pt modelId="{12734D4B-FE8A-4415-A7A6-6D0D43D77AB0}" type="sibTrans" cxnId="{BA73819C-0927-479F-850A-32E8BEF50599}">
      <dgm:prSet/>
      <dgm:spPr/>
      <dgm:t>
        <a:bodyPr/>
        <a:lstStyle/>
        <a:p>
          <a:endParaRPr lang="en-US"/>
        </a:p>
      </dgm:t>
    </dgm:pt>
    <dgm:pt modelId="{A8AFC26C-E6C7-4AA5-B752-8E6FFD080752}">
      <dgm:prSet/>
      <dgm:spPr/>
      <dgm:t>
        <a:bodyPr/>
        <a:lstStyle/>
        <a:p>
          <a:r>
            <a:rPr lang="en-GB" b="1"/>
            <a:t>Get feedback from your peers and customers</a:t>
          </a:r>
          <a:endParaRPr lang="en-US"/>
        </a:p>
      </dgm:t>
    </dgm:pt>
    <dgm:pt modelId="{FF646254-ACD3-4A40-AD7F-61700733E011}" type="parTrans" cxnId="{4A379068-8723-46DE-8895-90471D4FAAD4}">
      <dgm:prSet/>
      <dgm:spPr/>
      <dgm:t>
        <a:bodyPr/>
        <a:lstStyle/>
        <a:p>
          <a:endParaRPr lang="en-US"/>
        </a:p>
      </dgm:t>
    </dgm:pt>
    <dgm:pt modelId="{133A2D1B-60F2-43F5-8D1C-FE4DC096BDA7}" type="sibTrans" cxnId="{4A379068-8723-46DE-8895-90471D4FAAD4}">
      <dgm:prSet/>
      <dgm:spPr/>
      <dgm:t>
        <a:bodyPr/>
        <a:lstStyle/>
        <a:p>
          <a:endParaRPr lang="en-US"/>
        </a:p>
      </dgm:t>
    </dgm:pt>
    <dgm:pt modelId="{43C038D9-43A6-4F27-8FFB-AE24E45AB544}">
      <dgm:prSet/>
      <dgm:spPr/>
      <dgm:t>
        <a:bodyPr/>
        <a:lstStyle/>
        <a:p>
          <a:r>
            <a:rPr lang="en-GB" b="1"/>
            <a:t>Teach</a:t>
          </a:r>
          <a:endParaRPr lang="en-US"/>
        </a:p>
      </dgm:t>
    </dgm:pt>
    <dgm:pt modelId="{A260E7E8-9B98-4C39-A1F2-76B0CC05FC78}" type="parTrans" cxnId="{5F707BEB-7B5F-4B25-B5A2-87ADB46616B3}">
      <dgm:prSet/>
      <dgm:spPr/>
      <dgm:t>
        <a:bodyPr/>
        <a:lstStyle/>
        <a:p>
          <a:endParaRPr lang="en-US"/>
        </a:p>
      </dgm:t>
    </dgm:pt>
    <dgm:pt modelId="{EDE169E8-48FF-4DF6-8597-67471536D320}" type="sibTrans" cxnId="{5F707BEB-7B5F-4B25-B5A2-87ADB46616B3}">
      <dgm:prSet/>
      <dgm:spPr/>
      <dgm:t>
        <a:bodyPr/>
        <a:lstStyle/>
        <a:p>
          <a:endParaRPr lang="en-US"/>
        </a:p>
      </dgm:t>
    </dgm:pt>
    <dgm:pt modelId="{57849BC1-4685-45F8-B243-6BD01481ADEF}" type="pres">
      <dgm:prSet presAssocID="{E63996B3-B290-4F6E-98AE-D3F3D29E582A}" presName="Name0" presStyleCnt="0">
        <dgm:presLayoutVars>
          <dgm:dir/>
          <dgm:resizeHandles val="exact"/>
        </dgm:presLayoutVars>
      </dgm:prSet>
      <dgm:spPr/>
    </dgm:pt>
    <dgm:pt modelId="{20F93584-F465-4AC8-92D3-39A8A2EA311C}" type="pres">
      <dgm:prSet presAssocID="{197030F1-67F3-40A8-8B4E-91DD144C05D1}" presName="node" presStyleLbl="node1" presStyleIdx="0" presStyleCnt="6">
        <dgm:presLayoutVars>
          <dgm:bulletEnabled val="1"/>
        </dgm:presLayoutVars>
      </dgm:prSet>
      <dgm:spPr/>
    </dgm:pt>
    <dgm:pt modelId="{16811E12-E3F4-481C-8C20-3006AAA36315}" type="pres">
      <dgm:prSet presAssocID="{2023A9D6-0E63-4C74-AE7E-7EFEE9BC4988}" presName="sibTrans" presStyleLbl="sibTrans1D1" presStyleIdx="0" presStyleCnt="5"/>
      <dgm:spPr/>
    </dgm:pt>
    <dgm:pt modelId="{298B3FE9-E6B2-4005-885E-3B29CC629636}" type="pres">
      <dgm:prSet presAssocID="{2023A9D6-0E63-4C74-AE7E-7EFEE9BC4988}" presName="connectorText" presStyleLbl="sibTrans1D1" presStyleIdx="0" presStyleCnt="5"/>
      <dgm:spPr/>
    </dgm:pt>
    <dgm:pt modelId="{E5CD6DBC-D158-4B93-884D-212A453C145E}" type="pres">
      <dgm:prSet presAssocID="{14D16F09-1482-4A4D-A799-2ADF5BCA0333}" presName="node" presStyleLbl="node1" presStyleIdx="1" presStyleCnt="6">
        <dgm:presLayoutVars>
          <dgm:bulletEnabled val="1"/>
        </dgm:presLayoutVars>
      </dgm:prSet>
      <dgm:spPr/>
    </dgm:pt>
    <dgm:pt modelId="{DA68AFE9-446A-41D0-BBB1-09A6CA5E48EE}" type="pres">
      <dgm:prSet presAssocID="{6F139355-F7A0-4447-8269-86316CF9C05B}" presName="sibTrans" presStyleLbl="sibTrans1D1" presStyleIdx="1" presStyleCnt="5"/>
      <dgm:spPr/>
    </dgm:pt>
    <dgm:pt modelId="{076B93E5-D844-40FF-83F6-C44D0D6E4EE7}" type="pres">
      <dgm:prSet presAssocID="{6F139355-F7A0-4447-8269-86316CF9C05B}" presName="connectorText" presStyleLbl="sibTrans1D1" presStyleIdx="1" presStyleCnt="5"/>
      <dgm:spPr/>
    </dgm:pt>
    <dgm:pt modelId="{F3B980CA-D589-44CA-9D6D-C5110783B6FA}" type="pres">
      <dgm:prSet presAssocID="{BF87ABA6-9A5D-442A-9B3D-30DCD4944A28}" presName="node" presStyleLbl="node1" presStyleIdx="2" presStyleCnt="6">
        <dgm:presLayoutVars>
          <dgm:bulletEnabled val="1"/>
        </dgm:presLayoutVars>
      </dgm:prSet>
      <dgm:spPr/>
    </dgm:pt>
    <dgm:pt modelId="{5656BC9C-5E7F-4762-944E-2E8B967412C6}" type="pres">
      <dgm:prSet presAssocID="{BFC27B18-C903-4C07-8D99-A7E28657B04D}" presName="sibTrans" presStyleLbl="sibTrans1D1" presStyleIdx="2" presStyleCnt="5"/>
      <dgm:spPr/>
    </dgm:pt>
    <dgm:pt modelId="{58529EFF-6FE1-468C-8269-E6FF46E2CD6E}" type="pres">
      <dgm:prSet presAssocID="{BFC27B18-C903-4C07-8D99-A7E28657B04D}" presName="connectorText" presStyleLbl="sibTrans1D1" presStyleIdx="2" presStyleCnt="5"/>
      <dgm:spPr/>
    </dgm:pt>
    <dgm:pt modelId="{782E8B47-6105-4BBE-8BA2-C94577A1DF72}" type="pres">
      <dgm:prSet presAssocID="{87A636D4-F677-4475-A44C-2A24214B65E6}" presName="node" presStyleLbl="node1" presStyleIdx="3" presStyleCnt="6">
        <dgm:presLayoutVars>
          <dgm:bulletEnabled val="1"/>
        </dgm:presLayoutVars>
      </dgm:prSet>
      <dgm:spPr/>
    </dgm:pt>
    <dgm:pt modelId="{90AF9F71-7F54-4761-B090-FCA89D4007D9}" type="pres">
      <dgm:prSet presAssocID="{12734D4B-FE8A-4415-A7A6-6D0D43D77AB0}" presName="sibTrans" presStyleLbl="sibTrans1D1" presStyleIdx="3" presStyleCnt="5"/>
      <dgm:spPr/>
    </dgm:pt>
    <dgm:pt modelId="{7D7ED5D1-7077-4B76-9755-D3353B3274CF}" type="pres">
      <dgm:prSet presAssocID="{12734D4B-FE8A-4415-A7A6-6D0D43D77AB0}" presName="connectorText" presStyleLbl="sibTrans1D1" presStyleIdx="3" presStyleCnt="5"/>
      <dgm:spPr/>
    </dgm:pt>
    <dgm:pt modelId="{D2438A92-1202-4D64-A99A-1D4DC6C561A4}" type="pres">
      <dgm:prSet presAssocID="{A8AFC26C-E6C7-4AA5-B752-8E6FFD080752}" presName="node" presStyleLbl="node1" presStyleIdx="4" presStyleCnt="6">
        <dgm:presLayoutVars>
          <dgm:bulletEnabled val="1"/>
        </dgm:presLayoutVars>
      </dgm:prSet>
      <dgm:spPr/>
    </dgm:pt>
    <dgm:pt modelId="{F7B48111-1BB8-4AFB-9BCC-2BD314B7149C}" type="pres">
      <dgm:prSet presAssocID="{133A2D1B-60F2-43F5-8D1C-FE4DC096BDA7}" presName="sibTrans" presStyleLbl="sibTrans1D1" presStyleIdx="4" presStyleCnt="5"/>
      <dgm:spPr/>
    </dgm:pt>
    <dgm:pt modelId="{18524D74-F5CD-4D25-B1D8-807B5BD02200}" type="pres">
      <dgm:prSet presAssocID="{133A2D1B-60F2-43F5-8D1C-FE4DC096BDA7}" presName="connectorText" presStyleLbl="sibTrans1D1" presStyleIdx="4" presStyleCnt="5"/>
      <dgm:spPr/>
    </dgm:pt>
    <dgm:pt modelId="{16BD1673-B0B4-482C-A575-9167729D2D9F}" type="pres">
      <dgm:prSet presAssocID="{43C038D9-43A6-4F27-8FFB-AE24E45AB544}" presName="node" presStyleLbl="node1" presStyleIdx="5" presStyleCnt="6">
        <dgm:presLayoutVars>
          <dgm:bulletEnabled val="1"/>
        </dgm:presLayoutVars>
      </dgm:prSet>
      <dgm:spPr/>
    </dgm:pt>
  </dgm:ptLst>
  <dgm:cxnLst>
    <dgm:cxn modelId="{F9FA0917-0EDC-4C45-8DF8-210D4D275495}" type="presOf" srcId="{BFC27B18-C903-4C07-8D99-A7E28657B04D}" destId="{58529EFF-6FE1-468C-8269-E6FF46E2CD6E}" srcOrd="1" destOrd="0" presId="urn:microsoft.com/office/officeart/2016/7/layout/RepeatingBendingProcessNew"/>
    <dgm:cxn modelId="{FC819B5F-2DAA-4051-8DE6-8067AD964182}" type="presOf" srcId="{E63996B3-B290-4F6E-98AE-D3F3D29E582A}" destId="{57849BC1-4685-45F8-B243-6BD01481ADEF}" srcOrd="0" destOrd="0" presId="urn:microsoft.com/office/officeart/2016/7/layout/RepeatingBendingProcessNew"/>
    <dgm:cxn modelId="{0A626A65-D37F-4A4A-886C-5B0897FC3113}" type="presOf" srcId="{A8AFC26C-E6C7-4AA5-B752-8E6FFD080752}" destId="{D2438A92-1202-4D64-A99A-1D4DC6C561A4}" srcOrd="0" destOrd="0" presId="urn:microsoft.com/office/officeart/2016/7/layout/RepeatingBendingProcessNew"/>
    <dgm:cxn modelId="{4A379068-8723-46DE-8895-90471D4FAAD4}" srcId="{E63996B3-B290-4F6E-98AE-D3F3D29E582A}" destId="{A8AFC26C-E6C7-4AA5-B752-8E6FFD080752}" srcOrd="4" destOrd="0" parTransId="{FF646254-ACD3-4A40-AD7F-61700733E011}" sibTransId="{133A2D1B-60F2-43F5-8D1C-FE4DC096BDA7}"/>
    <dgm:cxn modelId="{C170144D-7C4C-4E37-83B8-A7BD5D09E9FD}" type="presOf" srcId="{133A2D1B-60F2-43F5-8D1C-FE4DC096BDA7}" destId="{F7B48111-1BB8-4AFB-9BCC-2BD314B7149C}" srcOrd="0" destOrd="0" presId="urn:microsoft.com/office/officeart/2016/7/layout/RepeatingBendingProcessNew"/>
    <dgm:cxn modelId="{DFEEB56F-DBC4-4766-BB69-0CB0B090D1A4}" type="presOf" srcId="{BF87ABA6-9A5D-442A-9B3D-30DCD4944A28}" destId="{F3B980CA-D589-44CA-9D6D-C5110783B6FA}" srcOrd="0" destOrd="0" presId="urn:microsoft.com/office/officeart/2016/7/layout/RepeatingBendingProcessNew"/>
    <dgm:cxn modelId="{5A5E2751-2715-431C-842F-C14C98801348}" type="presOf" srcId="{133A2D1B-60F2-43F5-8D1C-FE4DC096BDA7}" destId="{18524D74-F5CD-4D25-B1D8-807B5BD02200}" srcOrd="1" destOrd="0" presId="urn:microsoft.com/office/officeart/2016/7/layout/RepeatingBendingProcessNew"/>
    <dgm:cxn modelId="{DA285774-53AA-480A-8C19-52CE4D895905}" type="presOf" srcId="{12734D4B-FE8A-4415-A7A6-6D0D43D77AB0}" destId="{90AF9F71-7F54-4761-B090-FCA89D4007D9}" srcOrd="0" destOrd="0" presId="urn:microsoft.com/office/officeart/2016/7/layout/RepeatingBendingProcessNew"/>
    <dgm:cxn modelId="{98250855-70E5-4A13-827B-895CFACD5CB0}" type="presOf" srcId="{2023A9D6-0E63-4C74-AE7E-7EFEE9BC4988}" destId="{298B3FE9-E6B2-4005-885E-3B29CC629636}" srcOrd="1" destOrd="0" presId="urn:microsoft.com/office/officeart/2016/7/layout/RepeatingBendingProcessNew"/>
    <dgm:cxn modelId="{AFD5AC56-9A3D-469A-B2D4-1FCBF3163115}" type="presOf" srcId="{87A636D4-F677-4475-A44C-2A24214B65E6}" destId="{782E8B47-6105-4BBE-8BA2-C94577A1DF72}" srcOrd="0" destOrd="0" presId="urn:microsoft.com/office/officeart/2016/7/layout/RepeatingBendingProcessNew"/>
    <dgm:cxn modelId="{CD91D377-D25E-48CC-90C7-116793EA4447}" type="presOf" srcId="{197030F1-67F3-40A8-8B4E-91DD144C05D1}" destId="{20F93584-F465-4AC8-92D3-39A8A2EA311C}" srcOrd="0" destOrd="0" presId="urn:microsoft.com/office/officeart/2016/7/layout/RepeatingBendingProcessNew"/>
    <dgm:cxn modelId="{5E25FA84-142C-48CD-AA48-0CCFB03CC65C}" type="presOf" srcId="{43C038D9-43A6-4F27-8FFB-AE24E45AB544}" destId="{16BD1673-B0B4-482C-A575-9167729D2D9F}" srcOrd="0" destOrd="0" presId="urn:microsoft.com/office/officeart/2016/7/layout/RepeatingBendingProcessNew"/>
    <dgm:cxn modelId="{BA73819C-0927-479F-850A-32E8BEF50599}" srcId="{E63996B3-B290-4F6E-98AE-D3F3D29E582A}" destId="{87A636D4-F677-4475-A44C-2A24214B65E6}" srcOrd="3" destOrd="0" parTransId="{CA4BF843-F510-4B84-ADFC-E34D379ADBC0}" sibTransId="{12734D4B-FE8A-4415-A7A6-6D0D43D77AB0}"/>
    <dgm:cxn modelId="{F576C4A1-3781-4567-8B38-10E3A42A8560}" type="presOf" srcId="{14D16F09-1482-4A4D-A799-2ADF5BCA0333}" destId="{E5CD6DBC-D158-4B93-884D-212A453C145E}" srcOrd="0" destOrd="0" presId="urn:microsoft.com/office/officeart/2016/7/layout/RepeatingBendingProcessNew"/>
    <dgm:cxn modelId="{D74644AC-6DEC-4721-BCFF-4E6CA4E1B455}" type="presOf" srcId="{12734D4B-FE8A-4415-A7A6-6D0D43D77AB0}" destId="{7D7ED5D1-7077-4B76-9755-D3353B3274CF}" srcOrd="1" destOrd="0" presId="urn:microsoft.com/office/officeart/2016/7/layout/RepeatingBendingProcessNew"/>
    <dgm:cxn modelId="{2D5334AF-CE8E-450B-9049-411A3751BF51}" srcId="{E63996B3-B290-4F6E-98AE-D3F3D29E582A}" destId="{14D16F09-1482-4A4D-A799-2ADF5BCA0333}" srcOrd="1" destOrd="0" parTransId="{99CE4329-15BE-494B-8D53-E20D8B71740B}" sibTransId="{6F139355-F7A0-4447-8269-86316CF9C05B}"/>
    <dgm:cxn modelId="{29AD26B4-80EF-478D-B46D-FB3720512066}" type="presOf" srcId="{6F139355-F7A0-4447-8269-86316CF9C05B}" destId="{076B93E5-D844-40FF-83F6-C44D0D6E4EE7}" srcOrd="1" destOrd="0" presId="urn:microsoft.com/office/officeart/2016/7/layout/RepeatingBendingProcessNew"/>
    <dgm:cxn modelId="{296D64B5-2BA7-4E4F-B239-C395B9F815E1}" type="presOf" srcId="{2023A9D6-0E63-4C74-AE7E-7EFEE9BC4988}" destId="{16811E12-E3F4-481C-8C20-3006AAA36315}" srcOrd="0" destOrd="0" presId="urn:microsoft.com/office/officeart/2016/7/layout/RepeatingBendingProcessNew"/>
    <dgm:cxn modelId="{5FC7A7BB-F9F7-42C9-983F-0F4537DA579C}" type="presOf" srcId="{6F139355-F7A0-4447-8269-86316CF9C05B}" destId="{DA68AFE9-446A-41D0-BBB1-09A6CA5E48EE}" srcOrd="0" destOrd="0" presId="urn:microsoft.com/office/officeart/2016/7/layout/RepeatingBendingProcessNew"/>
    <dgm:cxn modelId="{829073D5-DD6B-4D37-B2EB-9E9E4B98C81F}" srcId="{E63996B3-B290-4F6E-98AE-D3F3D29E582A}" destId="{197030F1-67F3-40A8-8B4E-91DD144C05D1}" srcOrd="0" destOrd="0" parTransId="{E8874689-BA88-4345-A10E-7AD60F4BAEB8}" sibTransId="{2023A9D6-0E63-4C74-AE7E-7EFEE9BC4988}"/>
    <dgm:cxn modelId="{5B009DE6-C055-42B9-BABA-7F1AA5E04E78}" srcId="{E63996B3-B290-4F6E-98AE-D3F3D29E582A}" destId="{BF87ABA6-9A5D-442A-9B3D-30DCD4944A28}" srcOrd="2" destOrd="0" parTransId="{40619E88-1EEE-4908-9376-582D27E842B3}" sibTransId="{BFC27B18-C903-4C07-8D99-A7E28657B04D}"/>
    <dgm:cxn modelId="{5F707BEB-7B5F-4B25-B5A2-87ADB46616B3}" srcId="{E63996B3-B290-4F6E-98AE-D3F3D29E582A}" destId="{43C038D9-43A6-4F27-8FFB-AE24E45AB544}" srcOrd="5" destOrd="0" parTransId="{A260E7E8-9B98-4C39-A1F2-76B0CC05FC78}" sibTransId="{EDE169E8-48FF-4DF6-8597-67471536D320}"/>
    <dgm:cxn modelId="{FD1A4BFF-BB14-4A0F-BC08-57D4455935A1}" type="presOf" srcId="{BFC27B18-C903-4C07-8D99-A7E28657B04D}" destId="{5656BC9C-5E7F-4762-944E-2E8B967412C6}" srcOrd="0" destOrd="0" presId="urn:microsoft.com/office/officeart/2016/7/layout/RepeatingBendingProcessNew"/>
    <dgm:cxn modelId="{920EBE12-3873-4D84-A665-E4277294B757}" type="presParOf" srcId="{57849BC1-4685-45F8-B243-6BD01481ADEF}" destId="{20F93584-F465-4AC8-92D3-39A8A2EA311C}" srcOrd="0" destOrd="0" presId="urn:microsoft.com/office/officeart/2016/7/layout/RepeatingBendingProcessNew"/>
    <dgm:cxn modelId="{6A750D30-A97A-4233-8C21-3E7A53F41F49}" type="presParOf" srcId="{57849BC1-4685-45F8-B243-6BD01481ADEF}" destId="{16811E12-E3F4-481C-8C20-3006AAA36315}" srcOrd="1" destOrd="0" presId="urn:microsoft.com/office/officeart/2016/7/layout/RepeatingBendingProcessNew"/>
    <dgm:cxn modelId="{1C7286DB-A7AE-4B99-89C9-089096F18769}" type="presParOf" srcId="{16811E12-E3F4-481C-8C20-3006AAA36315}" destId="{298B3FE9-E6B2-4005-885E-3B29CC629636}" srcOrd="0" destOrd="0" presId="urn:microsoft.com/office/officeart/2016/7/layout/RepeatingBendingProcessNew"/>
    <dgm:cxn modelId="{990E21FE-9F9B-40FD-A8C4-9AB06B433F42}" type="presParOf" srcId="{57849BC1-4685-45F8-B243-6BD01481ADEF}" destId="{E5CD6DBC-D158-4B93-884D-212A453C145E}" srcOrd="2" destOrd="0" presId="urn:microsoft.com/office/officeart/2016/7/layout/RepeatingBendingProcessNew"/>
    <dgm:cxn modelId="{501CF924-9A4A-4D63-A497-6B59FCBE07FE}" type="presParOf" srcId="{57849BC1-4685-45F8-B243-6BD01481ADEF}" destId="{DA68AFE9-446A-41D0-BBB1-09A6CA5E48EE}" srcOrd="3" destOrd="0" presId="urn:microsoft.com/office/officeart/2016/7/layout/RepeatingBendingProcessNew"/>
    <dgm:cxn modelId="{9D5D3D28-8319-4B71-B857-43120041C7CF}" type="presParOf" srcId="{DA68AFE9-446A-41D0-BBB1-09A6CA5E48EE}" destId="{076B93E5-D844-40FF-83F6-C44D0D6E4EE7}" srcOrd="0" destOrd="0" presId="urn:microsoft.com/office/officeart/2016/7/layout/RepeatingBendingProcessNew"/>
    <dgm:cxn modelId="{5EC264C8-2955-4296-8BD3-7FEBAA917B28}" type="presParOf" srcId="{57849BC1-4685-45F8-B243-6BD01481ADEF}" destId="{F3B980CA-D589-44CA-9D6D-C5110783B6FA}" srcOrd="4" destOrd="0" presId="urn:microsoft.com/office/officeart/2016/7/layout/RepeatingBendingProcessNew"/>
    <dgm:cxn modelId="{3EB6A0B2-A0D7-4D36-9EFD-99F47928FE0F}" type="presParOf" srcId="{57849BC1-4685-45F8-B243-6BD01481ADEF}" destId="{5656BC9C-5E7F-4762-944E-2E8B967412C6}" srcOrd="5" destOrd="0" presId="urn:microsoft.com/office/officeart/2016/7/layout/RepeatingBendingProcessNew"/>
    <dgm:cxn modelId="{C6CD2971-4432-4290-895A-27640D2FFA4D}" type="presParOf" srcId="{5656BC9C-5E7F-4762-944E-2E8B967412C6}" destId="{58529EFF-6FE1-468C-8269-E6FF46E2CD6E}" srcOrd="0" destOrd="0" presId="urn:microsoft.com/office/officeart/2016/7/layout/RepeatingBendingProcessNew"/>
    <dgm:cxn modelId="{E833B659-C54A-4557-88F0-2AFE24464946}" type="presParOf" srcId="{57849BC1-4685-45F8-B243-6BD01481ADEF}" destId="{782E8B47-6105-4BBE-8BA2-C94577A1DF72}" srcOrd="6" destOrd="0" presId="urn:microsoft.com/office/officeart/2016/7/layout/RepeatingBendingProcessNew"/>
    <dgm:cxn modelId="{2404B56F-7144-41CF-82C8-1610C611B551}" type="presParOf" srcId="{57849BC1-4685-45F8-B243-6BD01481ADEF}" destId="{90AF9F71-7F54-4761-B090-FCA89D4007D9}" srcOrd="7" destOrd="0" presId="urn:microsoft.com/office/officeart/2016/7/layout/RepeatingBendingProcessNew"/>
    <dgm:cxn modelId="{4DA09B29-1A63-4FC7-B9C7-C04FB34AB383}" type="presParOf" srcId="{90AF9F71-7F54-4761-B090-FCA89D4007D9}" destId="{7D7ED5D1-7077-4B76-9755-D3353B3274CF}" srcOrd="0" destOrd="0" presId="urn:microsoft.com/office/officeart/2016/7/layout/RepeatingBendingProcessNew"/>
    <dgm:cxn modelId="{C144A62A-EC59-4DF1-BB22-B04806D52B0D}" type="presParOf" srcId="{57849BC1-4685-45F8-B243-6BD01481ADEF}" destId="{D2438A92-1202-4D64-A99A-1D4DC6C561A4}" srcOrd="8" destOrd="0" presId="urn:microsoft.com/office/officeart/2016/7/layout/RepeatingBendingProcessNew"/>
    <dgm:cxn modelId="{0F73B868-F79F-45CA-A30C-7CA3F71E706E}" type="presParOf" srcId="{57849BC1-4685-45F8-B243-6BD01481ADEF}" destId="{F7B48111-1BB8-4AFB-9BCC-2BD314B7149C}" srcOrd="9" destOrd="0" presId="urn:microsoft.com/office/officeart/2016/7/layout/RepeatingBendingProcessNew"/>
    <dgm:cxn modelId="{351E92CC-23FA-4202-AC37-553800DEC557}" type="presParOf" srcId="{F7B48111-1BB8-4AFB-9BCC-2BD314B7149C}" destId="{18524D74-F5CD-4D25-B1D8-807B5BD02200}" srcOrd="0" destOrd="0" presId="urn:microsoft.com/office/officeart/2016/7/layout/RepeatingBendingProcessNew"/>
    <dgm:cxn modelId="{4D2DB66A-03C3-4C84-BEEC-0078851B7DF3}" type="presParOf" srcId="{57849BC1-4685-45F8-B243-6BD01481ADEF}" destId="{16BD1673-B0B4-482C-A575-9167729D2D9F}"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23DEF9E-099E-48A9-80B2-9E7FFB07AF6D}"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817000D7-FFD9-43B9-80A8-E541A82F27D6}">
      <dgm:prSet/>
      <dgm:spPr/>
      <dgm:t>
        <a:bodyPr/>
        <a:lstStyle/>
        <a:p>
          <a:r>
            <a:rPr lang="en-GB" b="1"/>
            <a:t>Active listening</a:t>
          </a:r>
          <a:endParaRPr lang="en-US"/>
        </a:p>
      </dgm:t>
    </dgm:pt>
    <dgm:pt modelId="{D6B01766-D211-472B-BC5C-3562466D010D}" type="parTrans" cxnId="{51A5B082-AC1A-4D12-A690-4DB4FF45F66E}">
      <dgm:prSet/>
      <dgm:spPr/>
      <dgm:t>
        <a:bodyPr/>
        <a:lstStyle/>
        <a:p>
          <a:endParaRPr lang="en-US"/>
        </a:p>
      </dgm:t>
    </dgm:pt>
    <dgm:pt modelId="{F31AD934-39D6-4409-99CA-47C1CAD5F57C}" type="sibTrans" cxnId="{51A5B082-AC1A-4D12-A690-4DB4FF45F66E}">
      <dgm:prSet/>
      <dgm:spPr/>
      <dgm:t>
        <a:bodyPr/>
        <a:lstStyle/>
        <a:p>
          <a:endParaRPr lang="en-US"/>
        </a:p>
      </dgm:t>
    </dgm:pt>
    <dgm:pt modelId="{29315A35-79C2-46DF-A63F-042CA1B21DF4}">
      <dgm:prSet/>
      <dgm:spPr/>
      <dgm:t>
        <a:bodyPr/>
        <a:lstStyle/>
        <a:p>
          <a:r>
            <a:rPr lang="en-GB" b="1"/>
            <a:t>Avoid sympathy </a:t>
          </a:r>
          <a:endParaRPr lang="en-US"/>
        </a:p>
      </dgm:t>
    </dgm:pt>
    <dgm:pt modelId="{EAD20EAD-9E7F-4AD7-86B9-742D86002885}" type="parTrans" cxnId="{4DE72003-CF6D-4539-9028-6D53729C65ED}">
      <dgm:prSet/>
      <dgm:spPr/>
      <dgm:t>
        <a:bodyPr/>
        <a:lstStyle/>
        <a:p>
          <a:endParaRPr lang="en-US"/>
        </a:p>
      </dgm:t>
    </dgm:pt>
    <dgm:pt modelId="{66F90DDD-E4ED-424C-B261-CC005F3465FA}" type="sibTrans" cxnId="{4DE72003-CF6D-4539-9028-6D53729C65ED}">
      <dgm:prSet/>
      <dgm:spPr/>
      <dgm:t>
        <a:bodyPr/>
        <a:lstStyle/>
        <a:p>
          <a:endParaRPr lang="en-US"/>
        </a:p>
      </dgm:t>
    </dgm:pt>
    <dgm:pt modelId="{52355A41-C54B-4B2D-8C7A-0CFC291817EF}">
      <dgm:prSet/>
      <dgm:spPr/>
      <dgm:t>
        <a:bodyPr/>
        <a:lstStyle/>
        <a:p>
          <a:r>
            <a:rPr lang="en-GB" b="1"/>
            <a:t>Keep your attitude in check</a:t>
          </a:r>
          <a:endParaRPr lang="en-US"/>
        </a:p>
      </dgm:t>
    </dgm:pt>
    <dgm:pt modelId="{30C005A1-8443-4270-997B-E2FF787CC865}" type="parTrans" cxnId="{55E5E0C0-0BBE-4EA5-8037-4355415AE2E1}">
      <dgm:prSet/>
      <dgm:spPr/>
      <dgm:t>
        <a:bodyPr/>
        <a:lstStyle/>
        <a:p>
          <a:endParaRPr lang="en-US"/>
        </a:p>
      </dgm:t>
    </dgm:pt>
    <dgm:pt modelId="{4B7FCC07-FFB1-4C36-B678-932424B4A29B}" type="sibTrans" cxnId="{55E5E0C0-0BBE-4EA5-8037-4355415AE2E1}">
      <dgm:prSet/>
      <dgm:spPr/>
      <dgm:t>
        <a:bodyPr/>
        <a:lstStyle/>
        <a:p>
          <a:endParaRPr lang="en-US"/>
        </a:p>
      </dgm:t>
    </dgm:pt>
    <dgm:pt modelId="{1728DC77-CC72-4497-8373-CF13D00197BA}">
      <dgm:prSet/>
      <dgm:spPr/>
      <dgm:t>
        <a:bodyPr/>
        <a:lstStyle/>
        <a:p>
          <a:r>
            <a:rPr lang="en-GB" b="1"/>
            <a:t>Give people the benefit of doubt</a:t>
          </a:r>
          <a:endParaRPr lang="en-US"/>
        </a:p>
      </dgm:t>
    </dgm:pt>
    <dgm:pt modelId="{00E9AF0B-7607-454E-B160-4C91E4E60E57}" type="parTrans" cxnId="{199FA0F6-B81D-4CB5-9768-84B05262B214}">
      <dgm:prSet/>
      <dgm:spPr/>
      <dgm:t>
        <a:bodyPr/>
        <a:lstStyle/>
        <a:p>
          <a:endParaRPr lang="en-US"/>
        </a:p>
      </dgm:t>
    </dgm:pt>
    <dgm:pt modelId="{068C5916-E7BD-49E1-AA0B-A319463DBF23}" type="sibTrans" cxnId="{199FA0F6-B81D-4CB5-9768-84B05262B214}">
      <dgm:prSet/>
      <dgm:spPr/>
      <dgm:t>
        <a:bodyPr/>
        <a:lstStyle/>
        <a:p>
          <a:endParaRPr lang="en-US"/>
        </a:p>
      </dgm:t>
    </dgm:pt>
    <dgm:pt modelId="{8E2989C3-0AB3-4809-A857-5AE34B46C7D7}">
      <dgm:prSet/>
      <dgm:spPr/>
      <dgm:t>
        <a:bodyPr/>
        <a:lstStyle/>
        <a:p>
          <a:r>
            <a:rPr lang="en-GB" b="1"/>
            <a:t>Make customers a part of the solution</a:t>
          </a:r>
          <a:r>
            <a:rPr lang="en-GB"/>
            <a:t> </a:t>
          </a:r>
          <a:endParaRPr lang="en-US"/>
        </a:p>
      </dgm:t>
    </dgm:pt>
    <dgm:pt modelId="{804E3E2A-7D4E-4955-93C5-DF1284B2956D}" type="parTrans" cxnId="{0DCA1842-619D-467A-BC12-D38EAE17918A}">
      <dgm:prSet/>
      <dgm:spPr/>
      <dgm:t>
        <a:bodyPr/>
        <a:lstStyle/>
        <a:p>
          <a:endParaRPr lang="en-US"/>
        </a:p>
      </dgm:t>
    </dgm:pt>
    <dgm:pt modelId="{DCDB078A-C264-4DA2-BE94-05768D13929B}" type="sibTrans" cxnId="{0DCA1842-619D-467A-BC12-D38EAE17918A}">
      <dgm:prSet/>
      <dgm:spPr/>
      <dgm:t>
        <a:bodyPr/>
        <a:lstStyle/>
        <a:p>
          <a:endParaRPr lang="en-US"/>
        </a:p>
      </dgm:t>
    </dgm:pt>
    <dgm:pt modelId="{5FFE8643-352B-486A-A50E-946816ED08B2}">
      <dgm:prSet/>
      <dgm:spPr/>
      <dgm:t>
        <a:bodyPr/>
        <a:lstStyle/>
        <a:p>
          <a:r>
            <a:rPr lang="en-GB" b="1"/>
            <a:t>Be curious about your customer</a:t>
          </a:r>
          <a:r>
            <a:rPr lang="en-GB"/>
            <a:t> </a:t>
          </a:r>
          <a:endParaRPr lang="en-US"/>
        </a:p>
      </dgm:t>
    </dgm:pt>
    <dgm:pt modelId="{8D5554A7-231F-4D8C-B479-2AC1E4A9EAE0}" type="parTrans" cxnId="{0731A024-881C-4D58-AFA0-94847E82BE0F}">
      <dgm:prSet/>
      <dgm:spPr/>
      <dgm:t>
        <a:bodyPr/>
        <a:lstStyle/>
        <a:p>
          <a:endParaRPr lang="en-US"/>
        </a:p>
      </dgm:t>
    </dgm:pt>
    <dgm:pt modelId="{86956647-E43E-43B9-BB7C-6442BE81915C}" type="sibTrans" cxnId="{0731A024-881C-4D58-AFA0-94847E82BE0F}">
      <dgm:prSet/>
      <dgm:spPr/>
      <dgm:t>
        <a:bodyPr/>
        <a:lstStyle/>
        <a:p>
          <a:endParaRPr lang="en-US"/>
        </a:p>
      </dgm:t>
    </dgm:pt>
    <dgm:pt modelId="{A745C300-D56C-4440-AF81-3D3058618633}">
      <dgm:prSet/>
      <dgm:spPr/>
      <dgm:t>
        <a:bodyPr/>
        <a:lstStyle/>
        <a:p>
          <a:r>
            <a:rPr lang="en-GB" b="1"/>
            <a:t>Look for common interests</a:t>
          </a:r>
          <a:r>
            <a:rPr lang="en-GB"/>
            <a:t> </a:t>
          </a:r>
          <a:endParaRPr lang="en-US"/>
        </a:p>
      </dgm:t>
    </dgm:pt>
    <dgm:pt modelId="{DC8147E8-038C-4A01-916F-E49E40DB6AA4}" type="parTrans" cxnId="{64051D9D-54D2-49F8-B5B1-C35F9F4A4F17}">
      <dgm:prSet/>
      <dgm:spPr/>
      <dgm:t>
        <a:bodyPr/>
        <a:lstStyle/>
        <a:p>
          <a:endParaRPr lang="en-US"/>
        </a:p>
      </dgm:t>
    </dgm:pt>
    <dgm:pt modelId="{FC92F4DF-2446-4318-8F91-BBFF2E26D930}" type="sibTrans" cxnId="{64051D9D-54D2-49F8-B5B1-C35F9F4A4F17}">
      <dgm:prSet/>
      <dgm:spPr/>
      <dgm:t>
        <a:bodyPr/>
        <a:lstStyle/>
        <a:p>
          <a:endParaRPr lang="en-US"/>
        </a:p>
      </dgm:t>
    </dgm:pt>
    <dgm:pt modelId="{AEA3DB07-DC91-40C1-8595-75F0087A8942}">
      <dgm:prSet/>
      <dgm:spPr/>
      <dgm:t>
        <a:bodyPr/>
        <a:lstStyle/>
        <a:p>
          <a:r>
            <a:rPr lang="en-GB" b="1"/>
            <a:t>Always be respectful</a:t>
          </a:r>
          <a:endParaRPr lang="en-US"/>
        </a:p>
      </dgm:t>
    </dgm:pt>
    <dgm:pt modelId="{27BB3048-7EAF-4A4E-BAB4-4EF0EFBF7EFD}" type="parTrans" cxnId="{4AEA1525-A3F5-4901-874F-2A9EB723AD3C}">
      <dgm:prSet/>
      <dgm:spPr/>
      <dgm:t>
        <a:bodyPr/>
        <a:lstStyle/>
        <a:p>
          <a:endParaRPr lang="en-US"/>
        </a:p>
      </dgm:t>
    </dgm:pt>
    <dgm:pt modelId="{95DCA86D-28A4-4CAD-9506-0D04BB7F5DDD}" type="sibTrans" cxnId="{4AEA1525-A3F5-4901-874F-2A9EB723AD3C}">
      <dgm:prSet/>
      <dgm:spPr/>
      <dgm:t>
        <a:bodyPr/>
        <a:lstStyle/>
        <a:p>
          <a:endParaRPr lang="en-US"/>
        </a:p>
      </dgm:t>
    </dgm:pt>
    <dgm:pt modelId="{B6146DAB-8E61-4C6D-ABA2-BD15CA06F1FF}">
      <dgm:prSet/>
      <dgm:spPr/>
      <dgm:t>
        <a:bodyPr/>
        <a:lstStyle/>
        <a:p>
          <a:r>
            <a:rPr lang="en-GB" b="1" i="0"/>
            <a:t>Be extra careful when there is a language barrier</a:t>
          </a:r>
          <a:r>
            <a:rPr lang="en-GB" b="0" i="0"/>
            <a:t> </a:t>
          </a:r>
          <a:endParaRPr lang="en-US"/>
        </a:p>
      </dgm:t>
    </dgm:pt>
    <dgm:pt modelId="{1BAC1534-20E7-4DBD-8C93-67E135E9DD67}" type="parTrans" cxnId="{DD667567-4DEF-4EBC-81EA-5CB06F28A608}">
      <dgm:prSet/>
      <dgm:spPr/>
      <dgm:t>
        <a:bodyPr/>
        <a:lstStyle/>
        <a:p>
          <a:endParaRPr lang="en-US"/>
        </a:p>
      </dgm:t>
    </dgm:pt>
    <dgm:pt modelId="{8F88450C-EE9B-4D2D-9B0A-AE0FFA239F66}" type="sibTrans" cxnId="{DD667567-4DEF-4EBC-81EA-5CB06F28A608}">
      <dgm:prSet/>
      <dgm:spPr/>
      <dgm:t>
        <a:bodyPr/>
        <a:lstStyle/>
        <a:p>
          <a:endParaRPr lang="en-US"/>
        </a:p>
      </dgm:t>
    </dgm:pt>
    <dgm:pt modelId="{31EA2E89-D7BD-4A40-82C9-4EB51C2ACC05}">
      <dgm:prSet/>
      <dgm:spPr/>
      <dgm:t>
        <a:bodyPr/>
        <a:lstStyle/>
        <a:p>
          <a:r>
            <a:rPr lang="en-GB" b="1" i="0"/>
            <a:t>Respond to the customer’s tone</a:t>
          </a:r>
          <a:r>
            <a:rPr lang="en-GB" b="0" i="0"/>
            <a:t> </a:t>
          </a:r>
          <a:endParaRPr lang="en-US"/>
        </a:p>
      </dgm:t>
    </dgm:pt>
    <dgm:pt modelId="{19774BA5-4FCA-43AB-83E4-CF9FFC3E84DA}" type="parTrans" cxnId="{66DF495C-8831-4460-B19B-0FEE64E8CBE9}">
      <dgm:prSet/>
      <dgm:spPr/>
      <dgm:t>
        <a:bodyPr/>
        <a:lstStyle/>
        <a:p>
          <a:endParaRPr lang="en-US"/>
        </a:p>
      </dgm:t>
    </dgm:pt>
    <dgm:pt modelId="{1DF1B22D-E789-411F-AB97-923F66D2B9CF}" type="sibTrans" cxnId="{66DF495C-8831-4460-B19B-0FEE64E8CBE9}">
      <dgm:prSet/>
      <dgm:spPr/>
      <dgm:t>
        <a:bodyPr/>
        <a:lstStyle/>
        <a:p>
          <a:endParaRPr lang="en-US"/>
        </a:p>
      </dgm:t>
    </dgm:pt>
    <dgm:pt modelId="{C951B55A-FC44-4401-AAC2-59E68BD2526A}">
      <dgm:prSet/>
      <dgm:spPr/>
      <dgm:t>
        <a:bodyPr/>
        <a:lstStyle/>
        <a:p>
          <a:r>
            <a:rPr lang="en-GB" b="1" i="0"/>
            <a:t>Do not assume, ask</a:t>
          </a:r>
          <a:endParaRPr lang="en-US"/>
        </a:p>
      </dgm:t>
    </dgm:pt>
    <dgm:pt modelId="{545C7852-7209-4233-AA84-F352A3EB353E}" type="parTrans" cxnId="{929ED8D0-0D61-4576-BCF5-365BF9BF2A2C}">
      <dgm:prSet/>
      <dgm:spPr/>
      <dgm:t>
        <a:bodyPr/>
        <a:lstStyle/>
        <a:p>
          <a:endParaRPr lang="en-US"/>
        </a:p>
      </dgm:t>
    </dgm:pt>
    <dgm:pt modelId="{AB5E6AFF-2A4F-44AC-87A2-9FFA4509E476}" type="sibTrans" cxnId="{929ED8D0-0D61-4576-BCF5-365BF9BF2A2C}">
      <dgm:prSet/>
      <dgm:spPr/>
      <dgm:t>
        <a:bodyPr/>
        <a:lstStyle/>
        <a:p>
          <a:endParaRPr lang="en-US"/>
        </a:p>
      </dgm:t>
    </dgm:pt>
    <dgm:pt modelId="{10825925-3EE4-4846-8F60-6926B9EDBD79}">
      <dgm:prSet/>
      <dgm:spPr/>
      <dgm:t>
        <a:bodyPr/>
        <a:lstStyle/>
        <a:p>
          <a:r>
            <a:rPr lang="en-GB" b="1" i="0"/>
            <a:t>Take their side when they are right</a:t>
          </a:r>
          <a:r>
            <a:rPr lang="en-GB" b="0" i="0"/>
            <a:t> </a:t>
          </a:r>
          <a:endParaRPr lang="en-US"/>
        </a:p>
      </dgm:t>
    </dgm:pt>
    <dgm:pt modelId="{CF5824BA-EA96-46B0-8822-F8531A9E784A}" type="parTrans" cxnId="{54264108-77A9-47B0-BDDA-03D484A763E2}">
      <dgm:prSet/>
      <dgm:spPr/>
      <dgm:t>
        <a:bodyPr/>
        <a:lstStyle/>
        <a:p>
          <a:endParaRPr lang="en-US"/>
        </a:p>
      </dgm:t>
    </dgm:pt>
    <dgm:pt modelId="{4CAB1799-54D1-4F26-A36C-E125666081A6}" type="sibTrans" cxnId="{54264108-77A9-47B0-BDDA-03D484A763E2}">
      <dgm:prSet/>
      <dgm:spPr/>
      <dgm:t>
        <a:bodyPr/>
        <a:lstStyle/>
        <a:p>
          <a:endParaRPr lang="en-US"/>
        </a:p>
      </dgm:t>
    </dgm:pt>
    <dgm:pt modelId="{85E74239-9C08-4BB1-BFD8-68C156020962}" type="pres">
      <dgm:prSet presAssocID="{123DEF9E-099E-48A9-80B2-9E7FFB07AF6D}" presName="diagram" presStyleCnt="0">
        <dgm:presLayoutVars>
          <dgm:dir/>
          <dgm:resizeHandles val="exact"/>
        </dgm:presLayoutVars>
      </dgm:prSet>
      <dgm:spPr/>
    </dgm:pt>
    <dgm:pt modelId="{5CA9D3AA-EC1B-43AB-B8E3-936CCA429755}" type="pres">
      <dgm:prSet presAssocID="{817000D7-FFD9-43B9-80A8-E541A82F27D6}" presName="node" presStyleLbl="node1" presStyleIdx="0" presStyleCnt="12">
        <dgm:presLayoutVars>
          <dgm:bulletEnabled val="1"/>
        </dgm:presLayoutVars>
      </dgm:prSet>
      <dgm:spPr/>
    </dgm:pt>
    <dgm:pt modelId="{969F3219-5439-40D3-915A-4EC49763FD0D}" type="pres">
      <dgm:prSet presAssocID="{F31AD934-39D6-4409-99CA-47C1CAD5F57C}" presName="sibTrans" presStyleCnt="0"/>
      <dgm:spPr/>
    </dgm:pt>
    <dgm:pt modelId="{7C44DA1E-8704-4A7D-95FC-A1B433FDFD9F}" type="pres">
      <dgm:prSet presAssocID="{29315A35-79C2-46DF-A63F-042CA1B21DF4}" presName="node" presStyleLbl="node1" presStyleIdx="1" presStyleCnt="12">
        <dgm:presLayoutVars>
          <dgm:bulletEnabled val="1"/>
        </dgm:presLayoutVars>
      </dgm:prSet>
      <dgm:spPr/>
    </dgm:pt>
    <dgm:pt modelId="{6C00A0FE-FFCA-4C29-8357-BDFDDADEEB91}" type="pres">
      <dgm:prSet presAssocID="{66F90DDD-E4ED-424C-B261-CC005F3465FA}" presName="sibTrans" presStyleCnt="0"/>
      <dgm:spPr/>
    </dgm:pt>
    <dgm:pt modelId="{3069D9EF-89A9-4421-9946-3DC24F4D5343}" type="pres">
      <dgm:prSet presAssocID="{52355A41-C54B-4B2D-8C7A-0CFC291817EF}" presName="node" presStyleLbl="node1" presStyleIdx="2" presStyleCnt="12">
        <dgm:presLayoutVars>
          <dgm:bulletEnabled val="1"/>
        </dgm:presLayoutVars>
      </dgm:prSet>
      <dgm:spPr/>
    </dgm:pt>
    <dgm:pt modelId="{0E1547F8-39B6-4F44-976B-ED7C68189BAD}" type="pres">
      <dgm:prSet presAssocID="{4B7FCC07-FFB1-4C36-B678-932424B4A29B}" presName="sibTrans" presStyleCnt="0"/>
      <dgm:spPr/>
    </dgm:pt>
    <dgm:pt modelId="{0D25284F-3086-42D1-940D-3C2318F01298}" type="pres">
      <dgm:prSet presAssocID="{1728DC77-CC72-4497-8373-CF13D00197BA}" presName="node" presStyleLbl="node1" presStyleIdx="3" presStyleCnt="12">
        <dgm:presLayoutVars>
          <dgm:bulletEnabled val="1"/>
        </dgm:presLayoutVars>
      </dgm:prSet>
      <dgm:spPr/>
    </dgm:pt>
    <dgm:pt modelId="{7C960A94-3D01-4568-BD45-79480996C15B}" type="pres">
      <dgm:prSet presAssocID="{068C5916-E7BD-49E1-AA0B-A319463DBF23}" presName="sibTrans" presStyleCnt="0"/>
      <dgm:spPr/>
    </dgm:pt>
    <dgm:pt modelId="{3C7D2D4C-BF20-428C-A315-A4B807B9B965}" type="pres">
      <dgm:prSet presAssocID="{8E2989C3-0AB3-4809-A857-5AE34B46C7D7}" presName="node" presStyleLbl="node1" presStyleIdx="4" presStyleCnt="12">
        <dgm:presLayoutVars>
          <dgm:bulletEnabled val="1"/>
        </dgm:presLayoutVars>
      </dgm:prSet>
      <dgm:spPr/>
    </dgm:pt>
    <dgm:pt modelId="{363E46B2-FC73-493F-85F1-418C32F7ACDA}" type="pres">
      <dgm:prSet presAssocID="{DCDB078A-C264-4DA2-BE94-05768D13929B}" presName="sibTrans" presStyleCnt="0"/>
      <dgm:spPr/>
    </dgm:pt>
    <dgm:pt modelId="{599D2F01-92B6-421C-A487-B356B4AE6A84}" type="pres">
      <dgm:prSet presAssocID="{5FFE8643-352B-486A-A50E-946816ED08B2}" presName="node" presStyleLbl="node1" presStyleIdx="5" presStyleCnt="12">
        <dgm:presLayoutVars>
          <dgm:bulletEnabled val="1"/>
        </dgm:presLayoutVars>
      </dgm:prSet>
      <dgm:spPr/>
    </dgm:pt>
    <dgm:pt modelId="{6B36487C-D50D-40F7-A588-DE3136CD8EE3}" type="pres">
      <dgm:prSet presAssocID="{86956647-E43E-43B9-BB7C-6442BE81915C}" presName="sibTrans" presStyleCnt="0"/>
      <dgm:spPr/>
    </dgm:pt>
    <dgm:pt modelId="{377612A8-9F50-4D63-94A5-CE5D8327C0C9}" type="pres">
      <dgm:prSet presAssocID="{A745C300-D56C-4440-AF81-3D3058618633}" presName="node" presStyleLbl="node1" presStyleIdx="6" presStyleCnt="12">
        <dgm:presLayoutVars>
          <dgm:bulletEnabled val="1"/>
        </dgm:presLayoutVars>
      </dgm:prSet>
      <dgm:spPr/>
    </dgm:pt>
    <dgm:pt modelId="{32D34F4E-DB3C-4256-ABF3-B9CFCC3517FD}" type="pres">
      <dgm:prSet presAssocID="{FC92F4DF-2446-4318-8F91-BBFF2E26D930}" presName="sibTrans" presStyleCnt="0"/>
      <dgm:spPr/>
    </dgm:pt>
    <dgm:pt modelId="{13531C78-EDB7-41F2-9BB7-BACE00D0D45A}" type="pres">
      <dgm:prSet presAssocID="{AEA3DB07-DC91-40C1-8595-75F0087A8942}" presName="node" presStyleLbl="node1" presStyleIdx="7" presStyleCnt="12">
        <dgm:presLayoutVars>
          <dgm:bulletEnabled val="1"/>
        </dgm:presLayoutVars>
      </dgm:prSet>
      <dgm:spPr/>
    </dgm:pt>
    <dgm:pt modelId="{7BB71C88-993E-4243-A70A-62F3B663C94A}" type="pres">
      <dgm:prSet presAssocID="{95DCA86D-28A4-4CAD-9506-0D04BB7F5DDD}" presName="sibTrans" presStyleCnt="0"/>
      <dgm:spPr/>
    </dgm:pt>
    <dgm:pt modelId="{F29D6FB8-FAE7-474F-956E-364D78FA59EF}" type="pres">
      <dgm:prSet presAssocID="{B6146DAB-8E61-4C6D-ABA2-BD15CA06F1FF}" presName="node" presStyleLbl="node1" presStyleIdx="8" presStyleCnt="12">
        <dgm:presLayoutVars>
          <dgm:bulletEnabled val="1"/>
        </dgm:presLayoutVars>
      </dgm:prSet>
      <dgm:spPr/>
    </dgm:pt>
    <dgm:pt modelId="{DABD165D-C0D2-4779-8C70-88C6954FB5A0}" type="pres">
      <dgm:prSet presAssocID="{8F88450C-EE9B-4D2D-9B0A-AE0FFA239F66}" presName="sibTrans" presStyleCnt="0"/>
      <dgm:spPr/>
    </dgm:pt>
    <dgm:pt modelId="{EB23BD69-2231-4C98-9158-A9378AE53045}" type="pres">
      <dgm:prSet presAssocID="{31EA2E89-D7BD-4A40-82C9-4EB51C2ACC05}" presName="node" presStyleLbl="node1" presStyleIdx="9" presStyleCnt="12">
        <dgm:presLayoutVars>
          <dgm:bulletEnabled val="1"/>
        </dgm:presLayoutVars>
      </dgm:prSet>
      <dgm:spPr/>
    </dgm:pt>
    <dgm:pt modelId="{4D842320-46D9-4556-99E2-DB38F4306D51}" type="pres">
      <dgm:prSet presAssocID="{1DF1B22D-E789-411F-AB97-923F66D2B9CF}" presName="sibTrans" presStyleCnt="0"/>
      <dgm:spPr/>
    </dgm:pt>
    <dgm:pt modelId="{CD45B8D5-754C-41DE-A33A-70A67BE7E543}" type="pres">
      <dgm:prSet presAssocID="{C951B55A-FC44-4401-AAC2-59E68BD2526A}" presName="node" presStyleLbl="node1" presStyleIdx="10" presStyleCnt="12">
        <dgm:presLayoutVars>
          <dgm:bulletEnabled val="1"/>
        </dgm:presLayoutVars>
      </dgm:prSet>
      <dgm:spPr/>
    </dgm:pt>
    <dgm:pt modelId="{6C492CB5-1432-4636-AEDD-63E06EA0EBA8}" type="pres">
      <dgm:prSet presAssocID="{AB5E6AFF-2A4F-44AC-87A2-9FFA4509E476}" presName="sibTrans" presStyleCnt="0"/>
      <dgm:spPr/>
    </dgm:pt>
    <dgm:pt modelId="{EF5EEAF8-7AB1-40A6-8616-F8FC917FA7E7}" type="pres">
      <dgm:prSet presAssocID="{10825925-3EE4-4846-8F60-6926B9EDBD79}" presName="node" presStyleLbl="node1" presStyleIdx="11" presStyleCnt="12">
        <dgm:presLayoutVars>
          <dgm:bulletEnabled val="1"/>
        </dgm:presLayoutVars>
      </dgm:prSet>
      <dgm:spPr/>
    </dgm:pt>
  </dgm:ptLst>
  <dgm:cxnLst>
    <dgm:cxn modelId="{4DE72003-CF6D-4539-9028-6D53729C65ED}" srcId="{123DEF9E-099E-48A9-80B2-9E7FFB07AF6D}" destId="{29315A35-79C2-46DF-A63F-042CA1B21DF4}" srcOrd="1" destOrd="0" parTransId="{EAD20EAD-9E7F-4AD7-86B9-742D86002885}" sibTransId="{66F90DDD-E4ED-424C-B261-CC005F3465FA}"/>
    <dgm:cxn modelId="{54264108-77A9-47B0-BDDA-03D484A763E2}" srcId="{123DEF9E-099E-48A9-80B2-9E7FFB07AF6D}" destId="{10825925-3EE4-4846-8F60-6926B9EDBD79}" srcOrd="11" destOrd="0" parTransId="{CF5824BA-EA96-46B0-8822-F8531A9E784A}" sibTransId="{4CAB1799-54D1-4F26-A36C-E125666081A6}"/>
    <dgm:cxn modelId="{0731A024-881C-4D58-AFA0-94847E82BE0F}" srcId="{123DEF9E-099E-48A9-80B2-9E7FFB07AF6D}" destId="{5FFE8643-352B-486A-A50E-946816ED08B2}" srcOrd="5" destOrd="0" parTransId="{8D5554A7-231F-4D8C-B479-2AC1E4A9EAE0}" sibTransId="{86956647-E43E-43B9-BB7C-6442BE81915C}"/>
    <dgm:cxn modelId="{3A12E424-098D-48A3-AB9F-93C97E5E063A}" type="presOf" srcId="{1728DC77-CC72-4497-8373-CF13D00197BA}" destId="{0D25284F-3086-42D1-940D-3C2318F01298}" srcOrd="0" destOrd="0" presId="urn:microsoft.com/office/officeart/2005/8/layout/default"/>
    <dgm:cxn modelId="{4AEA1525-A3F5-4901-874F-2A9EB723AD3C}" srcId="{123DEF9E-099E-48A9-80B2-9E7FFB07AF6D}" destId="{AEA3DB07-DC91-40C1-8595-75F0087A8942}" srcOrd="7" destOrd="0" parTransId="{27BB3048-7EAF-4A4E-BAB4-4EF0EFBF7EFD}" sibTransId="{95DCA86D-28A4-4CAD-9506-0D04BB7F5DDD}"/>
    <dgm:cxn modelId="{70C5C928-F0F0-4CA4-A1B5-EC96E9452EA2}" type="presOf" srcId="{52355A41-C54B-4B2D-8C7A-0CFC291817EF}" destId="{3069D9EF-89A9-4421-9946-3DC24F4D5343}" srcOrd="0" destOrd="0" presId="urn:microsoft.com/office/officeart/2005/8/layout/default"/>
    <dgm:cxn modelId="{A8DC032B-54E6-415F-8A8B-1E97C8F9D53B}" type="presOf" srcId="{29315A35-79C2-46DF-A63F-042CA1B21DF4}" destId="{7C44DA1E-8704-4A7D-95FC-A1B433FDFD9F}" srcOrd="0" destOrd="0" presId="urn:microsoft.com/office/officeart/2005/8/layout/default"/>
    <dgm:cxn modelId="{4FB2D331-A01D-4890-97FE-F314971B396E}" type="presOf" srcId="{5FFE8643-352B-486A-A50E-946816ED08B2}" destId="{599D2F01-92B6-421C-A487-B356B4AE6A84}" srcOrd="0" destOrd="0" presId="urn:microsoft.com/office/officeart/2005/8/layout/default"/>
    <dgm:cxn modelId="{C1B68036-4069-400C-B0F9-14DD52B30871}" type="presOf" srcId="{817000D7-FFD9-43B9-80A8-E541A82F27D6}" destId="{5CA9D3AA-EC1B-43AB-B8E3-936CCA429755}" srcOrd="0" destOrd="0" presId="urn:microsoft.com/office/officeart/2005/8/layout/default"/>
    <dgm:cxn modelId="{66DF495C-8831-4460-B19B-0FEE64E8CBE9}" srcId="{123DEF9E-099E-48A9-80B2-9E7FFB07AF6D}" destId="{31EA2E89-D7BD-4A40-82C9-4EB51C2ACC05}" srcOrd="9" destOrd="0" parTransId="{19774BA5-4FCA-43AB-83E4-CF9FFC3E84DA}" sibTransId="{1DF1B22D-E789-411F-AB97-923F66D2B9CF}"/>
    <dgm:cxn modelId="{0DCA1842-619D-467A-BC12-D38EAE17918A}" srcId="{123DEF9E-099E-48A9-80B2-9E7FFB07AF6D}" destId="{8E2989C3-0AB3-4809-A857-5AE34B46C7D7}" srcOrd="4" destOrd="0" parTransId="{804E3E2A-7D4E-4955-93C5-DF1284B2956D}" sibTransId="{DCDB078A-C264-4DA2-BE94-05768D13929B}"/>
    <dgm:cxn modelId="{50EDAB66-3022-48BB-9458-465B14FA4C99}" type="presOf" srcId="{123DEF9E-099E-48A9-80B2-9E7FFB07AF6D}" destId="{85E74239-9C08-4BB1-BFD8-68C156020962}" srcOrd="0" destOrd="0" presId="urn:microsoft.com/office/officeart/2005/8/layout/default"/>
    <dgm:cxn modelId="{7522D846-CE04-40EC-B375-F3FFFEE32823}" type="presOf" srcId="{8E2989C3-0AB3-4809-A857-5AE34B46C7D7}" destId="{3C7D2D4C-BF20-428C-A315-A4B807B9B965}" srcOrd="0" destOrd="0" presId="urn:microsoft.com/office/officeart/2005/8/layout/default"/>
    <dgm:cxn modelId="{DD667567-4DEF-4EBC-81EA-5CB06F28A608}" srcId="{123DEF9E-099E-48A9-80B2-9E7FFB07AF6D}" destId="{B6146DAB-8E61-4C6D-ABA2-BD15CA06F1FF}" srcOrd="8" destOrd="0" parTransId="{1BAC1534-20E7-4DBD-8C93-67E135E9DD67}" sibTransId="{8F88450C-EE9B-4D2D-9B0A-AE0FFA239F66}"/>
    <dgm:cxn modelId="{06CEA067-95C9-47A5-AC0F-55D5256516B9}" type="presOf" srcId="{AEA3DB07-DC91-40C1-8595-75F0087A8942}" destId="{13531C78-EDB7-41F2-9BB7-BACE00D0D45A}" srcOrd="0" destOrd="0" presId="urn:microsoft.com/office/officeart/2005/8/layout/default"/>
    <dgm:cxn modelId="{F4901E58-40D8-4217-9A54-E98A1C080291}" type="presOf" srcId="{C951B55A-FC44-4401-AAC2-59E68BD2526A}" destId="{CD45B8D5-754C-41DE-A33A-70A67BE7E543}" srcOrd="0" destOrd="0" presId="urn:microsoft.com/office/officeart/2005/8/layout/default"/>
    <dgm:cxn modelId="{EBEF4C82-8990-4E5C-B7A1-6CBCA43E5CDF}" type="presOf" srcId="{10825925-3EE4-4846-8F60-6926B9EDBD79}" destId="{EF5EEAF8-7AB1-40A6-8616-F8FC917FA7E7}" srcOrd="0" destOrd="0" presId="urn:microsoft.com/office/officeart/2005/8/layout/default"/>
    <dgm:cxn modelId="{51A5B082-AC1A-4D12-A690-4DB4FF45F66E}" srcId="{123DEF9E-099E-48A9-80B2-9E7FFB07AF6D}" destId="{817000D7-FFD9-43B9-80A8-E541A82F27D6}" srcOrd="0" destOrd="0" parTransId="{D6B01766-D211-472B-BC5C-3562466D010D}" sibTransId="{F31AD934-39D6-4409-99CA-47C1CAD5F57C}"/>
    <dgm:cxn modelId="{8B68789B-37B8-4EDC-8101-04D7B375E8B9}" type="presOf" srcId="{31EA2E89-D7BD-4A40-82C9-4EB51C2ACC05}" destId="{EB23BD69-2231-4C98-9158-A9378AE53045}" srcOrd="0" destOrd="0" presId="urn:microsoft.com/office/officeart/2005/8/layout/default"/>
    <dgm:cxn modelId="{64051D9D-54D2-49F8-B5B1-C35F9F4A4F17}" srcId="{123DEF9E-099E-48A9-80B2-9E7FFB07AF6D}" destId="{A745C300-D56C-4440-AF81-3D3058618633}" srcOrd="6" destOrd="0" parTransId="{DC8147E8-038C-4A01-916F-E49E40DB6AA4}" sibTransId="{FC92F4DF-2446-4318-8F91-BBFF2E26D930}"/>
    <dgm:cxn modelId="{55E5E0C0-0BBE-4EA5-8037-4355415AE2E1}" srcId="{123DEF9E-099E-48A9-80B2-9E7FFB07AF6D}" destId="{52355A41-C54B-4B2D-8C7A-0CFC291817EF}" srcOrd="2" destOrd="0" parTransId="{30C005A1-8443-4270-997B-E2FF787CC865}" sibTransId="{4B7FCC07-FFB1-4C36-B678-932424B4A29B}"/>
    <dgm:cxn modelId="{929ED8D0-0D61-4576-BCF5-365BF9BF2A2C}" srcId="{123DEF9E-099E-48A9-80B2-9E7FFB07AF6D}" destId="{C951B55A-FC44-4401-AAC2-59E68BD2526A}" srcOrd="10" destOrd="0" parTransId="{545C7852-7209-4233-AA84-F352A3EB353E}" sibTransId="{AB5E6AFF-2A4F-44AC-87A2-9FFA4509E476}"/>
    <dgm:cxn modelId="{D827FDD5-111C-4482-92A8-20A0E6F31D21}" type="presOf" srcId="{A745C300-D56C-4440-AF81-3D3058618633}" destId="{377612A8-9F50-4D63-94A5-CE5D8327C0C9}" srcOrd="0" destOrd="0" presId="urn:microsoft.com/office/officeart/2005/8/layout/default"/>
    <dgm:cxn modelId="{199FA0F6-B81D-4CB5-9768-84B05262B214}" srcId="{123DEF9E-099E-48A9-80B2-9E7FFB07AF6D}" destId="{1728DC77-CC72-4497-8373-CF13D00197BA}" srcOrd="3" destOrd="0" parTransId="{00E9AF0B-7607-454E-B160-4C91E4E60E57}" sibTransId="{068C5916-E7BD-49E1-AA0B-A319463DBF23}"/>
    <dgm:cxn modelId="{4BB04EFC-5F54-4B6E-97E4-B6194C3B6D2C}" type="presOf" srcId="{B6146DAB-8E61-4C6D-ABA2-BD15CA06F1FF}" destId="{F29D6FB8-FAE7-474F-956E-364D78FA59EF}" srcOrd="0" destOrd="0" presId="urn:microsoft.com/office/officeart/2005/8/layout/default"/>
    <dgm:cxn modelId="{326493F8-D61C-46A4-A3A1-0555B2FCB5A7}" type="presParOf" srcId="{85E74239-9C08-4BB1-BFD8-68C156020962}" destId="{5CA9D3AA-EC1B-43AB-B8E3-936CCA429755}" srcOrd="0" destOrd="0" presId="urn:microsoft.com/office/officeart/2005/8/layout/default"/>
    <dgm:cxn modelId="{2FAB8E43-E0A1-4288-9467-B28B34EA24CE}" type="presParOf" srcId="{85E74239-9C08-4BB1-BFD8-68C156020962}" destId="{969F3219-5439-40D3-915A-4EC49763FD0D}" srcOrd="1" destOrd="0" presId="urn:microsoft.com/office/officeart/2005/8/layout/default"/>
    <dgm:cxn modelId="{174DA439-59CA-400F-996F-BE601891CA99}" type="presParOf" srcId="{85E74239-9C08-4BB1-BFD8-68C156020962}" destId="{7C44DA1E-8704-4A7D-95FC-A1B433FDFD9F}" srcOrd="2" destOrd="0" presId="urn:microsoft.com/office/officeart/2005/8/layout/default"/>
    <dgm:cxn modelId="{632B0E76-E8E8-4BF4-B8FB-989C2FCA099E}" type="presParOf" srcId="{85E74239-9C08-4BB1-BFD8-68C156020962}" destId="{6C00A0FE-FFCA-4C29-8357-BDFDDADEEB91}" srcOrd="3" destOrd="0" presId="urn:microsoft.com/office/officeart/2005/8/layout/default"/>
    <dgm:cxn modelId="{48D9BB01-FE3B-478C-B676-FB1B25FD8C14}" type="presParOf" srcId="{85E74239-9C08-4BB1-BFD8-68C156020962}" destId="{3069D9EF-89A9-4421-9946-3DC24F4D5343}" srcOrd="4" destOrd="0" presId="urn:microsoft.com/office/officeart/2005/8/layout/default"/>
    <dgm:cxn modelId="{E3742BE5-B44B-481A-8D0E-ADD19EB11579}" type="presParOf" srcId="{85E74239-9C08-4BB1-BFD8-68C156020962}" destId="{0E1547F8-39B6-4F44-976B-ED7C68189BAD}" srcOrd="5" destOrd="0" presId="urn:microsoft.com/office/officeart/2005/8/layout/default"/>
    <dgm:cxn modelId="{48BAB35B-C3FE-4911-BB86-7F4B750F9D30}" type="presParOf" srcId="{85E74239-9C08-4BB1-BFD8-68C156020962}" destId="{0D25284F-3086-42D1-940D-3C2318F01298}" srcOrd="6" destOrd="0" presId="urn:microsoft.com/office/officeart/2005/8/layout/default"/>
    <dgm:cxn modelId="{E928AF83-DD43-432C-A76B-5D036130E19A}" type="presParOf" srcId="{85E74239-9C08-4BB1-BFD8-68C156020962}" destId="{7C960A94-3D01-4568-BD45-79480996C15B}" srcOrd="7" destOrd="0" presId="urn:microsoft.com/office/officeart/2005/8/layout/default"/>
    <dgm:cxn modelId="{E44B61CA-87AB-468F-AEBB-F583BB892543}" type="presParOf" srcId="{85E74239-9C08-4BB1-BFD8-68C156020962}" destId="{3C7D2D4C-BF20-428C-A315-A4B807B9B965}" srcOrd="8" destOrd="0" presId="urn:microsoft.com/office/officeart/2005/8/layout/default"/>
    <dgm:cxn modelId="{9D4BA0E3-8FC8-4A81-BAA6-1CB772A1E1C4}" type="presParOf" srcId="{85E74239-9C08-4BB1-BFD8-68C156020962}" destId="{363E46B2-FC73-493F-85F1-418C32F7ACDA}" srcOrd="9" destOrd="0" presId="urn:microsoft.com/office/officeart/2005/8/layout/default"/>
    <dgm:cxn modelId="{112FF6A7-B0FF-4728-BBB3-9A82C0B4719B}" type="presParOf" srcId="{85E74239-9C08-4BB1-BFD8-68C156020962}" destId="{599D2F01-92B6-421C-A487-B356B4AE6A84}" srcOrd="10" destOrd="0" presId="urn:microsoft.com/office/officeart/2005/8/layout/default"/>
    <dgm:cxn modelId="{606C95A4-CBD7-4063-93AF-F6B7149EC683}" type="presParOf" srcId="{85E74239-9C08-4BB1-BFD8-68C156020962}" destId="{6B36487C-D50D-40F7-A588-DE3136CD8EE3}" srcOrd="11" destOrd="0" presId="urn:microsoft.com/office/officeart/2005/8/layout/default"/>
    <dgm:cxn modelId="{B066517B-8D43-4834-8EDD-1CF382862D25}" type="presParOf" srcId="{85E74239-9C08-4BB1-BFD8-68C156020962}" destId="{377612A8-9F50-4D63-94A5-CE5D8327C0C9}" srcOrd="12" destOrd="0" presId="urn:microsoft.com/office/officeart/2005/8/layout/default"/>
    <dgm:cxn modelId="{F20DDBB4-4044-4BA8-A89E-FD18DD9AB5E1}" type="presParOf" srcId="{85E74239-9C08-4BB1-BFD8-68C156020962}" destId="{32D34F4E-DB3C-4256-ABF3-B9CFCC3517FD}" srcOrd="13" destOrd="0" presId="urn:microsoft.com/office/officeart/2005/8/layout/default"/>
    <dgm:cxn modelId="{586A72B7-08FD-4F54-AF42-CF711715F95C}" type="presParOf" srcId="{85E74239-9C08-4BB1-BFD8-68C156020962}" destId="{13531C78-EDB7-41F2-9BB7-BACE00D0D45A}" srcOrd="14" destOrd="0" presId="urn:microsoft.com/office/officeart/2005/8/layout/default"/>
    <dgm:cxn modelId="{2BE767EF-7D8A-4CF3-AE17-F79C64E78958}" type="presParOf" srcId="{85E74239-9C08-4BB1-BFD8-68C156020962}" destId="{7BB71C88-993E-4243-A70A-62F3B663C94A}" srcOrd="15" destOrd="0" presId="urn:microsoft.com/office/officeart/2005/8/layout/default"/>
    <dgm:cxn modelId="{301AB11D-0FCA-46BD-87B4-5756B983D0BA}" type="presParOf" srcId="{85E74239-9C08-4BB1-BFD8-68C156020962}" destId="{F29D6FB8-FAE7-474F-956E-364D78FA59EF}" srcOrd="16" destOrd="0" presId="urn:microsoft.com/office/officeart/2005/8/layout/default"/>
    <dgm:cxn modelId="{3EC06AFC-C560-42CC-A9D4-CFDCEC43C047}" type="presParOf" srcId="{85E74239-9C08-4BB1-BFD8-68C156020962}" destId="{DABD165D-C0D2-4779-8C70-88C6954FB5A0}" srcOrd="17" destOrd="0" presId="urn:microsoft.com/office/officeart/2005/8/layout/default"/>
    <dgm:cxn modelId="{91E1788E-8CBF-4B9A-B10F-5373BF4DC206}" type="presParOf" srcId="{85E74239-9C08-4BB1-BFD8-68C156020962}" destId="{EB23BD69-2231-4C98-9158-A9378AE53045}" srcOrd="18" destOrd="0" presId="urn:microsoft.com/office/officeart/2005/8/layout/default"/>
    <dgm:cxn modelId="{18BF5A18-C580-4CBC-926E-309DF1A7D953}" type="presParOf" srcId="{85E74239-9C08-4BB1-BFD8-68C156020962}" destId="{4D842320-46D9-4556-99E2-DB38F4306D51}" srcOrd="19" destOrd="0" presId="urn:microsoft.com/office/officeart/2005/8/layout/default"/>
    <dgm:cxn modelId="{737AB9ED-B27D-44D8-AD97-A7E7BB999969}" type="presParOf" srcId="{85E74239-9C08-4BB1-BFD8-68C156020962}" destId="{CD45B8D5-754C-41DE-A33A-70A67BE7E543}" srcOrd="20" destOrd="0" presId="urn:microsoft.com/office/officeart/2005/8/layout/default"/>
    <dgm:cxn modelId="{028F62B0-C75E-49B5-9A50-8CF06996A092}" type="presParOf" srcId="{85E74239-9C08-4BB1-BFD8-68C156020962}" destId="{6C492CB5-1432-4636-AEDD-63E06EA0EBA8}" srcOrd="21" destOrd="0" presId="urn:microsoft.com/office/officeart/2005/8/layout/default"/>
    <dgm:cxn modelId="{D664EEDF-C7CA-42E4-A189-12A323F9C075}" type="presParOf" srcId="{85E74239-9C08-4BB1-BFD8-68C156020962}" destId="{EF5EEAF8-7AB1-40A6-8616-F8FC917FA7E7}"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D170CB-B1DC-4F8B-8887-B3367C9818BD}">
      <dsp:nvSpPr>
        <dsp:cNvPr id="0" name=""/>
        <dsp:cNvSpPr/>
      </dsp:nvSpPr>
      <dsp:spPr>
        <a:xfrm>
          <a:off x="0" y="760858"/>
          <a:ext cx="5651500" cy="15372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C95E8B-CE24-42E8-96F0-EB5228B54598}">
      <dsp:nvSpPr>
        <dsp:cNvPr id="0" name=""/>
        <dsp:cNvSpPr/>
      </dsp:nvSpPr>
      <dsp:spPr>
        <a:xfrm>
          <a:off x="465016" y="1106739"/>
          <a:ext cx="845485" cy="8454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819D58-7745-4086-AC32-8D4F18301CB9}">
      <dsp:nvSpPr>
        <dsp:cNvPr id="0" name=""/>
        <dsp:cNvSpPr/>
      </dsp:nvSpPr>
      <dsp:spPr>
        <a:xfrm>
          <a:off x="1775518" y="760858"/>
          <a:ext cx="3875981" cy="15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692" tIns="162692" rIns="162692" bIns="162692" numCol="1" spcCol="1270" anchor="ctr" anchorCtr="0">
          <a:noAutofit/>
        </a:bodyPr>
        <a:lstStyle/>
        <a:p>
          <a:pPr marL="0" lvl="0" indent="0" algn="l" defTabSz="622300">
            <a:lnSpc>
              <a:spcPct val="100000"/>
            </a:lnSpc>
            <a:spcBef>
              <a:spcPct val="0"/>
            </a:spcBef>
            <a:spcAft>
              <a:spcPct val="35000"/>
            </a:spcAft>
            <a:buNone/>
          </a:pPr>
          <a:r>
            <a:rPr lang="en-GB" sz="1400" kern="1200"/>
            <a:t>Empathy is the ability to emotionally understand what other people feel, see things from their point of view, and imagine yourself in their place. Essentially, it is putting yourself in someone else's position and feeling what they are feeling. </a:t>
          </a:r>
          <a:r>
            <a:rPr lang="en-GB" sz="1050" kern="1200"/>
            <a:t>verywellmind.com</a:t>
          </a:r>
          <a:endParaRPr lang="en-US" sz="1400" kern="1200"/>
        </a:p>
      </dsp:txBody>
      <dsp:txXfrm>
        <a:off x="1775518" y="760858"/>
        <a:ext cx="3875981" cy="1537245"/>
      </dsp:txXfrm>
    </dsp:sp>
    <dsp:sp modelId="{6B35AEBE-5772-4141-84EE-C57C9052896E}">
      <dsp:nvSpPr>
        <dsp:cNvPr id="0" name=""/>
        <dsp:cNvSpPr/>
      </dsp:nvSpPr>
      <dsp:spPr>
        <a:xfrm>
          <a:off x="0" y="2670770"/>
          <a:ext cx="5651500" cy="15372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B4B293-6765-4072-B299-6663F9AC6F34}">
      <dsp:nvSpPr>
        <dsp:cNvPr id="0" name=""/>
        <dsp:cNvSpPr/>
      </dsp:nvSpPr>
      <dsp:spPr>
        <a:xfrm>
          <a:off x="465016" y="3016650"/>
          <a:ext cx="845485" cy="8454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A4631F0-5D45-42AB-AD44-88C341BF8C36}">
      <dsp:nvSpPr>
        <dsp:cNvPr id="0" name=""/>
        <dsp:cNvSpPr/>
      </dsp:nvSpPr>
      <dsp:spPr>
        <a:xfrm>
          <a:off x="1775518" y="2670770"/>
          <a:ext cx="3875981" cy="15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692" tIns="162692" rIns="162692" bIns="162692" numCol="1" spcCol="1270" anchor="ctr" anchorCtr="0">
          <a:noAutofit/>
        </a:bodyPr>
        <a:lstStyle/>
        <a:p>
          <a:pPr marL="0" lvl="0" indent="0" algn="l" defTabSz="622300">
            <a:lnSpc>
              <a:spcPct val="100000"/>
            </a:lnSpc>
            <a:spcBef>
              <a:spcPct val="0"/>
            </a:spcBef>
            <a:spcAft>
              <a:spcPct val="35000"/>
            </a:spcAft>
            <a:buNone/>
          </a:pPr>
          <a:r>
            <a:rPr lang="en-GB" sz="1400" b="0" i="0" kern="1200"/>
            <a:t>“It is the action of understanding, being aware of, being sensitive to, and vicariously experiencing the feelings, thoughts, and experience of another.“ </a:t>
          </a:r>
        </a:p>
        <a:p>
          <a:pPr marL="0" lvl="0" indent="0" algn="l" defTabSz="622300">
            <a:lnSpc>
              <a:spcPct val="100000"/>
            </a:lnSpc>
            <a:spcBef>
              <a:spcPct val="0"/>
            </a:spcBef>
            <a:spcAft>
              <a:spcPct val="35000"/>
            </a:spcAft>
            <a:buNone/>
          </a:pPr>
          <a:r>
            <a:rPr lang="en-GB" sz="1050" b="0" i="0" kern="1200"/>
            <a:t>Merriam-Webster</a:t>
          </a:r>
          <a:endParaRPr lang="en-US" sz="1400" kern="1200"/>
        </a:p>
      </dsp:txBody>
      <dsp:txXfrm>
        <a:off x="1775518" y="2670770"/>
        <a:ext cx="3875981" cy="15372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9DB8B7-C43B-40C2-92BE-69433A2DCF08}">
      <dsp:nvSpPr>
        <dsp:cNvPr id="0" name=""/>
        <dsp:cNvSpPr/>
      </dsp:nvSpPr>
      <dsp:spPr>
        <a:xfrm>
          <a:off x="0" y="0"/>
          <a:ext cx="4803775" cy="1490662"/>
        </a:xfrm>
        <a:prstGeom prst="roundRect">
          <a:avLst>
            <a:gd name="adj" fmla="val 1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GB" sz="1400" b="1" i="0" kern="1200"/>
            <a:t>A lack of consumer-centricity costs brands 69 points in NPS </a:t>
          </a:r>
          <a:r>
            <a:rPr lang="en-GB" sz="1400" b="0" i="0" kern="1200"/>
            <a:t>(experience rating). 75% of brands audited believed they were consumer-centric, but only 30% of their consumers agreed. </a:t>
          </a:r>
        </a:p>
        <a:p>
          <a:pPr marL="0" lvl="0" indent="0" algn="l" defTabSz="622300">
            <a:lnSpc>
              <a:spcPct val="90000"/>
            </a:lnSpc>
            <a:spcBef>
              <a:spcPct val="0"/>
            </a:spcBef>
            <a:spcAft>
              <a:spcPct val="35000"/>
            </a:spcAft>
            <a:buNone/>
          </a:pPr>
          <a:r>
            <a:rPr lang="en-GB" sz="1400" b="1" i="0" kern="1200"/>
            <a:t>~ 2017 Global Survey by Capgemini</a:t>
          </a:r>
          <a:endParaRPr lang="en-US" sz="1400" b="1" kern="1200"/>
        </a:p>
      </dsp:txBody>
      <dsp:txXfrm>
        <a:off x="43660" y="43660"/>
        <a:ext cx="3195233" cy="1403342"/>
      </dsp:txXfrm>
    </dsp:sp>
    <dsp:sp modelId="{7371C6CC-9D62-4B7A-A4E5-BE696C5096E3}">
      <dsp:nvSpPr>
        <dsp:cNvPr id="0" name=""/>
        <dsp:cNvSpPr/>
      </dsp:nvSpPr>
      <dsp:spPr>
        <a:xfrm>
          <a:off x="371453" y="1718475"/>
          <a:ext cx="4803775" cy="1490662"/>
        </a:xfrm>
        <a:prstGeom prst="roundRect">
          <a:avLst>
            <a:gd name="adj" fmla="val 1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i="0" kern="1200"/>
            <a:t>Empathy levels may be falling</a:t>
          </a:r>
          <a:r>
            <a:rPr lang="en-GB" sz="1200" b="0" i="0" kern="1200"/>
            <a:t>. </a:t>
          </a:r>
        </a:p>
        <a:p>
          <a:pPr marL="0" lvl="0" indent="0" algn="l" defTabSz="533400">
            <a:lnSpc>
              <a:spcPct val="90000"/>
            </a:lnSpc>
            <a:spcBef>
              <a:spcPct val="0"/>
            </a:spcBef>
            <a:spcAft>
              <a:spcPct val="35000"/>
            </a:spcAft>
            <a:buNone/>
          </a:pPr>
          <a:r>
            <a:rPr lang="en-GB" sz="1200" b="0" i="0" kern="1200"/>
            <a:t>Our ability to empathise with others may be falling according to a meta-analysis of US citizen empathy test scores conducted over the past 30 years. The study found that average American today is less empathic than 75% of Americans 30 years ago.</a:t>
          </a:r>
        </a:p>
        <a:p>
          <a:pPr marL="0" lvl="0" indent="0" algn="l" defTabSz="533400">
            <a:lnSpc>
              <a:spcPct val="90000"/>
            </a:lnSpc>
            <a:spcBef>
              <a:spcPct val="0"/>
            </a:spcBef>
            <a:spcAft>
              <a:spcPct val="35000"/>
            </a:spcAft>
            <a:buNone/>
          </a:pPr>
          <a:r>
            <a:rPr lang="en-GB" sz="1200" b="0" i="0" kern="1200"/>
            <a:t>~ Konrath et al (2011)</a:t>
          </a:r>
          <a:endParaRPr lang="en-US" sz="1200" kern="1200"/>
        </a:p>
      </dsp:txBody>
      <dsp:txXfrm>
        <a:off x="415113" y="1762135"/>
        <a:ext cx="3323661" cy="1403342"/>
      </dsp:txXfrm>
    </dsp:sp>
    <dsp:sp modelId="{EB129960-AD12-4608-9579-1733CF3DD14B}">
      <dsp:nvSpPr>
        <dsp:cNvPr id="0" name=""/>
        <dsp:cNvSpPr/>
      </dsp:nvSpPr>
      <dsp:spPr>
        <a:xfrm>
          <a:off x="847724" y="3478212"/>
          <a:ext cx="4803775" cy="1490662"/>
        </a:xfrm>
        <a:prstGeom prst="roundRect">
          <a:avLst>
            <a:gd name="adj" fmla="val 1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Font typeface="+mj-lt"/>
            <a:buNone/>
          </a:pPr>
          <a:r>
            <a:rPr lang="en-GB" sz="1000" b="1" i="0" kern="1200">
              <a:effectLst/>
              <a:latin typeface="Avenir Bold"/>
            </a:rPr>
            <a:t>Women are (usually) more empathic</a:t>
          </a:r>
          <a:r>
            <a:rPr lang="en-GB" sz="1000" b="0" i="0" kern="1200">
              <a:effectLst/>
              <a:latin typeface="Avenir"/>
            </a:rPr>
            <a:t>. In a UK validation of the EQ with 1716 participants, women were found to have an average EQ of 48/80 (60%), and men 39/80 (49%), indicating that women are 11% more empathic than men.</a:t>
          </a:r>
        </a:p>
        <a:p>
          <a:pPr marL="0" lvl="0" indent="0" algn="l" defTabSz="444500">
            <a:lnSpc>
              <a:spcPct val="90000"/>
            </a:lnSpc>
            <a:spcBef>
              <a:spcPct val="0"/>
            </a:spcBef>
            <a:spcAft>
              <a:spcPct val="35000"/>
            </a:spcAft>
            <a:buFont typeface="+mj-lt"/>
            <a:buNone/>
          </a:pPr>
          <a:r>
            <a:rPr lang="en-GB" sz="1000" b="0" i="0" kern="1200">
              <a:effectLst/>
              <a:latin typeface="Avenir"/>
            </a:rPr>
            <a:t>~  Akio et al, Ciba University, Japan (2006)</a:t>
          </a:r>
        </a:p>
        <a:p>
          <a:pPr marL="0" lvl="0" indent="0" algn="l" defTabSz="444500">
            <a:lnSpc>
              <a:spcPct val="90000"/>
            </a:lnSpc>
            <a:spcBef>
              <a:spcPct val="0"/>
            </a:spcBef>
            <a:spcAft>
              <a:spcPct val="35000"/>
            </a:spcAft>
            <a:buFont typeface="+mj-lt"/>
            <a:buNone/>
          </a:pPr>
          <a:r>
            <a:rPr lang="en-GB" sz="1000" b="0" i="0" kern="1200">
              <a:effectLst/>
              <a:latin typeface="Avenir"/>
            </a:rPr>
            <a:t>For example, in one recent validation of this test, women could correctly read 76% of emotions expressed through eyes, men 71%.</a:t>
          </a:r>
          <a:endParaRPr lang="en-US" sz="1000" kern="1200"/>
        </a:p>
      </dsp:txBody>
      <dsp:txXfrm>
        <a:off x="891384" y="3521872"/>
        <a:ext cx="3323661" cy="1403342"/>
      </dsp:txXfrm>
    </dsp:sp>
    <dsp:sp modelId="{F160036D-408F-4820-9FD2-E89B7D6335A1}">
      <dsp:nvSpPr>
        <dsp:cNvPr id="0" name=""/>
        <dsp:cNvSpPr/>
      </dsp:nvSpPr>
      <dsp:spPr>
        <a:xfrm>
          <a:off x="3834844" y="1130419"/>
          <a:ext cx="968930" cy="96893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052853" y="1130419"/>
        <a:ext cx="532912" cy="729120"/>
      </dsp:txXfrm>
    </dsp:sp>
    <dsp:sp modelId="{31D58A1A-F71B-4C10-971F-0B2C4C900BE1}">
      <dsp:nvSpPr>
        <dsp:cNvPr id="0" name=""/>
        <dsp:cNvSpPr/>
      </dsp:nvSpPr>
      <dsp:spPr>
        <a:xfrm>
          <a:off x="4258706" y="2859587"/>
          <a:ext cx="968930" cy="96893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476715" y="2859587"/>
        <a:ext cx="532912" cy="7291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37430-35CC-407F-83D6-E2492AEC98A7}">
      <dsp:nvSpPr>
        <dsp:cNvPr id="0" name=""/>
        <dsp:cNvSpPr/>
      </dsp:nvSpPr>
      <dsp:spPr>
        <a:xfrm>
          <a:off x="0" y="0"/>
          <a:ext cx="5607050"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128A72C-F611-452A-8676-1D91D0882071}">
      <dsp:nvSpPr>
        <dsp:cNvPr id="0" name=""/>
        <dsp:cNvSpPr/>
      </dsp:nvSpPr>
      <dsp:spPr>
        <a:xfrm>
          <a:off x="0" y="0"/>
          <a:ext cx="112141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a:t>Innovation</a:t>
          </a:r>
        </a:p>
      </dsp:txBody>
      <dsp:txXfrm>
        <a:off x="0" y="0"/>
        <a:ext cx="1121410" cy="1231899"/>
      </dsp:txXfrm>
    </dsp:sp>
    <dsp:sp modelId="{E82EDB79-FC32-4DCD-982D-57B3EE71C3E2}">
      <dsp:nvSpPr>
        <dsp:cNvPr id="0" name=""/>
        <dsp:cNvSpPr/>
      </dsp:nvSpPr>
      <dsp:spPr>
        <a:xfrm>
          <a:off x="1205515" y="55940"/>
          <a:ext cx="4401534" cy="1118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GB" sz="1100" b="0" i="0" kern="1200">
              <a:effectLst/>
              <a:latin typeface="Georgia" panose="02040502050405020303" pitchFamily="18" charset="0"/>
            </a:rPr>
            <a:t>Of people who reported that their leaders were empathetic, 61% of employees reported that their leaders were most likely to be innovative.</a:t>
          </a:r>
          <a:endParaRPr lang="en-GB" sz="1100" kern="1200"/>
        </a:p>
      </dsp:txBody>
      <dsp:txXfrm>
        <a:off x="1205515" y="55940"/>
        <a:ext cx="4401534" cy="1118815"/>
      </dsp:txXfrm>
    </dsp:sp>
    <dsp:sp modelId="{FC59A759-6F92-4DC4-A0DA-008B29024F0E}">
      <dsp:nvSpPr>
        <dsp:cNvPr id="0" name=""/>
        <dsp:cNvSpPr/>
      </dsp:nvSpPr>
      <dsp:spPr>
        <a:xfrm>
          <a:off x="1121410" y="1174756"/>
          <a:ext cx="448564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1DE19126-9FF1-4E1C-B423-C86DB0E41D71}">
      <dsp:nvSpPr>
        <dsp:cNvPr id="0" name=""/>
        <dsp:cNvSpPr/>
      </dsp:nvSpPr>
      <dsp:spPr>
        <a:xfrm>
          <a:off x="0" y="1231899"/>
          <a:ext cx="5607050" cy="0"/>
        </a:xfrm>
        <a:prstGeom prst="line">
          <a:avLst/>
        </a:prstGeom>
        <a:gradFill rotWithShape="0">
          <a:gsLst>
            <a:gs pos="0">
              <a:schemeClr val="accent3">
                <a:hueOff val="0"/>
                <a:satOff val="0"/>
                <a:lumOff val="0"/>
                <a:alphaOff val="0"/>
                <a:tint val="97000"/>
                <a:satMod val="100000"/>
                <a:lumMod val="102000"/>
              </a:schemeClr>
            </a:gs>
            <a:gs pos="50000">
              <a:schemeClr val="accent3">
                <a:hueOff val="0"/>
                <a:satOff val="0"/>
                <a:lumOff val="0"/>
                <a:alphaOff val="0"/>
                <a:shade val="100000"/>
                <a:satMod val="103000"/>
                <a:lumMod val="100000"/>
              </a:schemeClr>
            </a:gs>
            <a:gs pos="100000">
              <a:schemeClr val="accent3">
                <a:hueOff val="0"/>
                <a:satOff val="0"/>
                <a:lumOff val="0"/>
                <a:alphaOff val="0"/>
                <a:shade val="93000"/>
                <a:satMod val="110000"/>
                <a:lumMod val="99000"/>
              </a:schemeClr>
            </a:gs>
          </a:gsLst>
          <a:lin ang="5400000" scaled="0"/>
        </a:gradFill>
        <a:ln w="6350"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E0FC2A7-747D-4BEB-BF81-8AD23BDC69DD}">
      <dsp:nvSpPr>
        <dsp:cNvPr id="0" name=""/>
        <dsp:cNvSpPr/>
      </dsp:nvSpPr>
      <dsp:spPr>
        <a:xfrm>
          <a:off x="0" y="1231899"/>
          <a:ext cx="112141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a:t>Retention</a:t>
          </a:r>
        </a:p>
      </dsp:txBody>
      <dsp:txXfrm>
        <a:off x="0" y="1231899"/>
        <a:ext cx="1121410" cy="1231899"/>
      </dsp:txXfrm>
    </dsp:sp>
    <dsp:sp modelId="{E191FD4E-73AC-43C5-AAD3-D5592B7EEA98}">
      <dsp:nvSpPr>
        <dsp:cNvPr id="0" name=""/>
        <dsp:cNvSpPr/>
      </dsp:nvSpPr>
      <dsp:spPr>
        <a:xfrm>
          <a:off x="1205515" y="1287840"/>
          <a:ext cx="4401534" cy="1118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GB" sz="1100" b="0" i="0" kern="1200">
              <a:effectLst/>
              <a:latin typeface="Georgia" panose="02040502050405020303" pitchFamily="18" charset="0"/>
            </a:rPr>
            <a:t>57% of white women and 62% of women of </a:t>
          </a:r>
          <a:r>
            <a:rPr lang="en-GB" sz="1100" b="0" i="0" kern="1200" err="1">
              <a:effectLst/>
              <a:latin typeface="Georgia" panose="02040502050405020303" pitchFamily="18" charset="0"/>
            </a:rPr>
            <a:t>color</a:t>
          </a:r>
          <a:r>
            <a:rPr lang="en-GB" sz="1100" b="0" i="0" kern="1200">
              <a:effectLst/>
              <a:latin typeface="Georgia" panose="02040502050405020303" pitchFamily="18" charset="0"/>
            </a:rPr>
            <a:t> said they were unlikely to think of leaving their companies when they felt their life circumstances were respected and valued by their companies. However, when they didn’t feel that level of value or respect for their life circumstances, only 14% and 30% of white women and women of </a:t>
          </a:r>
          <a:r>
            <a:rPr lang="en-GB" sz="1100" b="0" i="0" kern="1200" err="1">
              <a:effectLst/>
              <a:latin typeface="Georgia" panose="02040502050405020303" pitchFamily="18" charset="0"/>
            </a:rPr>
            <a:t>color</a:t>
          </a:r>
          <a:r>
            <a:rPr lang="en-GB" sz="1100" b="0" i="0" kern="1200">
              <a:effectLst/>
              <a:latin typeface="Georgia" panose="02040502050405020303" pitchFamily="18" charset="0"/>
            </a:rPr>
            <a:t> respectively said they were unlikely to consider leaving.</a:t>
          </a:r>
          <a:endParaRPr lang="en-GB" sz="1100" kern="1200"/>
        </a:p>
      </dsp:txBody>
      <dsp:txXfrm>
        <a:off x="1205515" y="1287840"/>
        <a:ext cx="4401534" cy="1118815"/>
      </dsp:txXfrm>
    </dsp:sp>
    <dsp:sp modelId="{4485E72D-01FB-4102-BEAB-BFF438D0321B}">
      <dsp:nvSpPr>
        <dsp:cNvPr id="0" name=""/>
        <dsp:cNvSpPr/>
      </dsp:nvSpPr>
      <dsp:spPr>
        <a:xfrm>
          <a:off x="1121410" y="2406656"/>
          <a:ext cx="448564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9798B38B-BA81-4DFC-9C6D-00EB9FD1AA32}">
      <dsp:nvSpPr>
        <dsp:cNvPr id="0" name=""/>
        <dsp:cNvSpPr/>
      </dsp:nvSpPr>
      <dsp:spPr>
        <a:xfrm>
          <a:off x="0" y="2463799"/>
          <a:ext cx="5607050" cy="0"/>
        </a:xfrm>
        <a:prstGeom prst="line">
          <a:avLst/>
        </a:prstGeom>
        <a:gradFill rotWithShape="0">
          <a:gsLst>
            <a:gs pos="0">
              <a:schemeClr val="accent4">
                <a:hueOff val="0"/>
                <a:satOff val="0"/>
                <a:lumOff val="0"/>
                <a:alphaOff val="0"/>
                <a:tint val="97000"/>
                <a:satMod val="100000"/>
                <a:lumMod val="102000"/>
              </a:schemeClr>
            </a:gs>
            <a:gs pos="50000">
              <a:schemeClr val="accent4">
                <a:hueOff val="0"/>
                <a:satOff val="0"/>
                <a:lumOff val="0"/>
                <a:alphaOff val="0"/>
                <a:shade val="100000"/>
                <a:satMod val="103000"/>
                <a:lumMod val="100000"/>
              </a:schemeClr>
            </a:gs>
            <a:gs pos="100000">
              <a:schemeClr val="accent4">
                <a:hueOff val="0"/>
                <a:satOff val="0"/>
                <a:lumOff val="0"/>
                <a:alphaOff val="0"/>
                <a:shade val="93000"/>
                <a:satMod val="110000"/>
                <a:lumMod val="99000"/>
              </a:schemeClr>
            </a:gs>
          </a:gsLst>
          <a:lin ang="5400000" scaled="0"/>
        </a:gradFill>
        <a:ln w="6350" cap="flat" cmpd="sng" algn="ctr">
          <a:solidFill>
            <a:schemeClr val="accent4">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3461717-3609-48B8-A90D-E584593E7D1C}">
      <dsp:nvSpPr>
        <dsp:cNvPr id="0" name=""/>
        <dsp:cNvSpPr/>
      </dsp:nvSpPr>
      <dsp:spPr>
        <a:xfrm>
          <a:off x="0" y="2463799"/>
          <a:ext cx="112141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a:t>Inclusivity</a:t>
          </a:r>
        </a:p>
      </dsp:txBody>
      <dsp:txXfrm>
        <a:off x="0" y="2463799"/>
        <a:ext cx="1121410" cy="1231899"/>
      </dsp:txXfrm>
    </dsp:sp>
    <dsp:sp modelId="{281E114F-16BA-4683-BB1C-05C2923C1EDE}">
      <dsp:nvSpPr>
        <dsp:cNvPr id="0" name=""/>
        <dsp:cNvSpPr/>
      </dsp:nvSpPr>
      <dsp:spPr>
        <a:xfrm>
          <a:off x="1205515" y="2519740"/>
          <a:ext cx="4401534" cy="1118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GB" sz="1100" b="0" i="0" kern="1200">
              <a:effectLst/>
              <a:latin typeface="Georgia" panose="02040502050405020303" pitchFamily="18" charset="0"/>
            </a:rPr>
            <a:t>50% of people with empathetic leaders reported their workplace was inclusive, compared with only 17% of those with less empathetic leadership.</a:t>
          </a:r>
          <a:endParaRPr lang="en-GB" sz="1100" kern="1200"/>
        </a:p>
      </dsp:txBody>
      <dsp:txXfrm>
        <a:off x="1205515" y="2519740"/>
        <a:ext cx="4401534" cy="1118815"/>
      </dsp:txXfrm>
    </dsp:sp>
    <dsp:sp modelId="{06D2941C-BE6E-4435-8C75-A3A8D2CF5C4C}">
      <dsp:nvSpPr>
        <dsp:cNvPr id="0" name=""/>
        <dsp:cNvSpPr/>
      </dsp:nvSpPr>
      <dsp:spPr>
        <a:xfrm>
          <a:off x="1121410" y="3638556"/>
          <a:ext cx="448564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 modelId="{0AC9FBA2-308D-4E44-99F0-8D3A0760FEC0}">
      <dsp:nvSpPr>
        <dsp:cNvPr id="0" name=""/>
        <dsp:cNvSpPr/>
      </dsp:nvSpPr>
      <dsp:spPr>
        <a:xfrm>
          <a:off x="0" y="3695699"/>
          <a:ext cx="5607050" cy="0"/>
        </a:xfrm>
        <a:prstGeom prst="line">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3000"/>
                <a:lumMod val="100000"/>
              </a:schemeClr>
            </a:gs>
            <a:gs pos="100000">
              <a:schemeClr val="accent5">
                <a:hueOff val="0"/>
                <a:satOff val="0"/>
                <a:lumOff val="0"/>
                <a:alphaOff val="0"/>
                <a:shade val="93000"/>
                <a:satMod val="110000"/>
                <a:lumMod val="99000"/>
              </a:schemeClr>
            </a:gs>
          </a:gsLst>
          <a:lin ang="5400000" scaled="0"/>
        </a:gradFill>
        <a:ln w="6350"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CD14FAB0-F27E-4751-8DC5-88D2ABADE1CE}">
      <dsp:nvSpPr>
        <dsp:cNvPr id="0" name=""/>
        <dsp:cNvSpPr/>
      </dsp:nvSpPr>
      <dsp:spPr>
        <a:xfrm>
          <a:off x="0" y="3695699"/>
          <a:ext cx="1121410" cy="1231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GB" sz="1700" kern="1200"/>
            <a:t>Work-Life</a:t>
          </a:r>
        </a:p>
      </dsp:txBody>
      <dsp:txXfrm>
        <a:off x="0" y="3695699"/>
        <a:ext cx="1121410" cy="1231899"/>
      </dsp:txXfrm>
    </dsp:sp>
    <dsp:sp modelId="{B64355F9-431B-4A82-BB3A-F8353F0F261F}">
      <dsp:nvSpPr>
        <dsp:cNvPr id="0" name=""/>
        <dsp:cNvSpPr/>
      </dsp:nvSpPr>
      <dsp:spPr>
        <a:xfrm>
          <a:off x="1205515" y="3751640"/>
          <a:ext cx="4401534" cy="1118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Font typeface="Arial" panose="020B0604020202020204" pitchFamily="34" charset="0"/>
            <a:buNone/>
          </a:pPr>
          <a:r>
            <a:rPr lang="en-GB" sz="1100" b="0" i="0" kern="1200">
              <a:effectLst/>
              <a:latin typeface="Georgia" panose="02040502050405020303" pitchFamily="18" charset="0"/>
            </a:rPr>
            <a:t>When people felt their leaders were more empathetic, 86% reported they are able to navigate the demands of their work and life—successfully juggling their personal, family and work obligations. This is compared with 60% of those who perceived less empathy.</a:t>
          </a:r>
          <a:endParaRPr lang="en-GB" sz="1100" kern="1200"/>
        </a:p>
      </dsp:txBody>
      <dsp:txXfrm>
        <a:off x="1205515" y="3751640"/>
        <a:ext cx="4401534" cy="1118815"/>
      </dsp:txXfrm>
    </dsp:sp>
    <dsp:sp modelId="{CC448B56-83B4-4684-8422-101C49072478}">
      <dsp:nvSpPr>
        <dsp:cNvPr id="0" name=""/>
        <dsp:cNvSpPr/>
      </dsp:nvSpPr>
      <dsp:spPr>
        <a:xfrm>
          <a:off x="1121410" y="4870456"/>
          <a:ext cx="448564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C113EC-001C-45BF-A612-CDC2AA2A6D0B}">
      <dsp:nvSpPr>
        <dsp:cNvPr id="0" name=""/>
        <dsp:cNvSpPr/>
      </dsp:nvSpPr>
      <dsp:spPr>
        <a:xfrm rot="5400000">
          <a:off x="2390270" y="469049"/>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defRPr cap="all"/>
          </a:pPr>
          <a:r>
            <a:rPr lang="en-GB" sz="1000" b="1" kern="1200"/>
            <a:t>Noticing things that are unsaid</a:t>
          </a:r>
          <a:endParaRPr lang="en-US" sz="1000" kern="1200"/>
        </a:p>
      </dsp:txBody>
      <dsp:txXfrm rot="-5400000">
        <a:off x="2705145" y="611645"/>
        <a:ext cx="940111" cy="1080587"/>
      </dsp:txXfrm>
    </dsp:sp>
    <dsp:sp modelId="{1D1DA663-D274-497A-87D5-D6AC1F4191D8}">
      <dsp:nvSpPr>
        <dsp:cNvPr id="0" name=""/>
        <dsp:cNvSpPr/>
      </dsp:nvSpPr>
      <dsp:spPr>
        <a:xfrm>
          <a:off x="3899535" y="680981"/>
          <a:ext cx="1751965" cy="941916"/>
        </a:xfrm>
        <a:prstGeom prst="rect">
          <a:avLst/>
        </a:prstGeom>
        <a:noFill/>
        <a:ln>
          <a:noFill/>
        </a:ln>
        <a:effectLst/>
      </dsp:spPr>
      <dsp:style>
        <a:lnRef idx="0">
          <a:scrgbClr r="0" g="0" b="0"/>
        </a:lnRef>
        <a:fillRef idx="0">
          <a:scrgbClr r="0" g="0" b="0"/>
        </a:fillRef>
        <a:effectRef idx="0">
          <a:scrgbClr r="0" g="0" b="0"/>
        </a:effectRef>
        <a:fontRef idx="minor"/>
      </dsp:style>
    </dsp:sp>
    <dsp:sp modelId="{5ED2E87E-FD5E-480A-A090-EC49E839FEE3}">
      <dsp:nvSpPr>
        <dsp:cNvPr id="0" name=""/>
        <dsp:cNvSpPr/>
      </dsp:nvSpPr>
      <dsp:spPr>
        <a:xfrm rot="5400000">
          <a:off x="915229" y="469049"/>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r>
            <a:rPr lang="en-GB" sz="1100" b="1" kern="1200"/>
            <a:t>A better understanding of people</a:t>
          </a:r>
          <a:endParaRPr lang="en-US" sz="1100" kern="1200"/>
        </a:p>
      </dsp:txBody>
      <dsp:txXfrm rot="-5400000">
        <a:off x="1230104" y="611645"/>
        <a:ext cx="940111" cy="1080587"/>
      </dsp:txXfrm>
    </dsp:sp>
    <dsp:sp modelId="{2917BB17-1E19-4A60-851B-EEC4771B7CDB}">
      <dsp:nvSpPr>
        <dsp:cNvPr id="0" name=""/>
        <dsp:cNvSpPr/>
      </dsp:nvSpPr>
      <dsp:spPr>
        <a:xfrm rot="5400000">
          <a:off x="1649924" y="1801547"/>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defRPr cap="all"/>
          </a:pPr>
          <a:r>
            <a:rPr lang="en-GB" sz="1000" b="1" kern="1200"/>
            <a:t>Invoking empathy from customers</a:t>
          </a:r>
        </a:p>
      </dsp:txBody>
      <dsp:txXfrm rot="-5400000">
        <a:off x="1964799" y="1944143"/>
        <a:ext cx="940111" cy="1080587"/>
      </dsp:txXfrm>
    </dsp:sp>
    <dsp:sp modelId="{DA324122-FCA9-4034-980C-5E96DD1C5163}">
      <dsp:nvSpPr>
        <dsp:cNvPr id="0" name=""/>
        <dsp:cNvSpPr/>
      </dsp:nvSpPr>
      <dsp:spPr>
        <a:xfrm>
          <a:off x="0" y="2013479"/>
          <a:ext cx="1695450" cy="941916"/>
        </a:xfrm>
        <a:prstGeom prst="rect">
          <a:avLst/>
        </a:prstGeom>
        <a:noFill/>
        <a:ln>
          <a:noFill/>
        </a:ln>
        <a:effectLst/>
      </dsp:spPr>
      <dsp:style>
        <a:lnRef idx="0">
          <a:scrgbClr r="0" g="0" b="0"/>
        </a:lnRef>
        <a:fillRef idx="0">
          <a:scrgbClr r="0" g="0" b="0"/>
        </a:fillRef>
        <a:effectRef idx="0">
          <a:scrgbClr r="0" g="0" b="0"/>
        </a:effectRef>
        <a:fontRef idx="minor"/>
      </dsp:style>
    </dsp:sp>
    <dsp:sp modelId="{D8DDB764-4FE0-49FB-A0F7-D9F55DAB9C32}">
      <dsp:nvSpPr>
        <dsp:cNvPr id="0" name=""/>
        <dsp:cNvSpPr/>
      </dsp:nvSpPr>
      <dsp:spPr>
        <a:xfrm rot="5400000">
          <a:off x="3124965" y="1801547"/>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GB" sz="1500" b="1" kern="1200"/>
            <a:t>Predicting action and reaction</a:t>
          </a:r>
          <a:endParaRPr lang="en-GB" sz="1500" kern="1200"/>
        </a:p>
      </dsp:txBody>
      <dsp:txXfrm rot="-5400000">
        <a:off x="3439840" y="1944143"/>
        <a:ext cx="940111" cy="1080587"/>
      </dsp:txXfrm>
    </dsp:sp>
    <dsp:sp modelId="{3A3C4C5A-284E-4D84-8815-D08A60DD73D4}">
      <dsp:nvSpPr>
        <dsp:cNvPr id="0" name=""/>
        <dsp:cNvSpPr/>
      </dsp:nvSpPr>
      <dsp:spPr>
        <a:xfrm rot="5400000">
          <a:off x="2390270" y="3134046"/>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defRPr cap="all"/>
          </a:pPr>
          <a:r>
            <a:rPr lang="en-GB" sz="1000" b="1" kern="1200"/>
            <a:t>Dealing easily with conflicts</a:t>
          </a:r>
          <a:endParaRPr lang="en-US" sz="1000" kern="1200"/>
        </a:p>
      </dsp:txBody>
      <dsp:txXfrm rot="-5400000">
        <a:off x="2705145" y="3276642"/>
        <a:ext cx="940111" cy="1080587"/>
      </dsp:txXfrm>
    </dsp:sp>
    <dsp:sp modelId="{59ECFCE0-59AB-4C4E-93C4-339C09AD9B44}">
      <dsp:nvSpPr>
        <dsp:cNvPr id="0" name=""/>
        <dsp:cNvSpPr/>
      </dsp:nvSpPr>
      <dsp:spPr>
        <a:xfrm>
          <a:off x="3899535" y="3345977"/>
          <a:ext cx="1751965" cy="941916"/>
        </a:xfrm>
        <a:prstGeom prst="rect">
          <a:avLst/>
        </a:prstGeom>
        <a:noFill/>
        <a:ln>
          <a:noFill/>
        </a:ln>
        <a:effectLst/>
      </dsp:spPr>
      <dsp:style>
        <a:lnRef idx="0">
          <a:scrgbClr r="0" g="0" b="0"/>
        </a:lnRef>
        <a:fillRef idx="0">
          <a:scrgbClr r="0" g="0" b="0"/>
        </a:fillRef>
        <a:effectRef idx="0">
          <a:scrgbClr r="0" g="0" b="0"/>
        </a:effectRef>
        <a:fontRef idx="minor"/>
      </dsp:style>
    </dsp:sp>
    <dsp:sp modelId="{D4B93C86-1E50-4EED-8024-581A589F9630}">
      <dsp:nvSpPr>
        <dsp:cNvPr id="0" name=""/>
        <dsp:cNvSpPr/>
      </dsp:nvSpPr>
      <dsp:spPr>
        <a:xfrm rot="5400000">
          <a:off x="915229" y="3134046"/>
          <a:ext cx="1569861" cy="1365779"/>
        </a:xfrm>
        <a:prstGeom prst="hexagon">
          <a:avLst>
            <a:gd name="adj" fmla="val 25000"/>
            <a:gd name="vf" fmla="val 115470"/>
          </a:avLst>
        </a:prstGeom>
        <a:gradFill rotWithShape="0">
          <a:gsLst>
            <a:gs pos="0">
              <a:schemeClr val="accent1">
                <a:hueOff val="0"/>
                <a:satOff val="0"/>
                <a:lumOff val="0"/>
                <a:alphaOff val="0"/>
                <a:tint val="97000"/>
                <a:satMod val="100000"/>
                <a:lumMod val="102000"/>
              </a:schemeClr>
            </a:gs>
            <a:gs pos="50000">
              <a:schemeClr val="accent1">
                <a:hueOff val="0"/>
                <a:satOff val="0"/>
                <a:lumOff val="0"/>
                <a:alphaOff val="0"/>
                <a:shade val="100000"/>
                <a:satMod val="103000"/>
                <a:lumMod val="100000"/>
              </a:schemeClr>
            </a:gs>
            <a:gs pos="100000">
              <a:schemeClr val="accent1">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GB" sz="1200" b="1" kern="1200"/>
            <a:t>Building stronger customer relationships</a:t>
          </a:r>
          <a:endParaRPr lang="en-US" sz="1200" kern="1200"/>
        </a:p>
      </dsp:txBody>
      <dsp:txXfrm rot="-5400000">
        <a:off x="1230104" y="3276642"/>
        <a:ext cx="940111" cy="108058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7612FC-584F-4BD0-8DE9-0F0D868316A6}">
      <dsp:nvSpPr>
        <dsp:cNvPr id="0" name=""/>
        <dsp:cNvSpPr/>
      </dsp:nvSpPr>
      <dsp:spPr>
        <a:xfrm>
          <a:off x="2571343" y="615556"/>
          <a:ext cx="474613" cy="91440"/>
        </a:xfrm>
        <a:custGeom>
          <a:avLst/>
          <a:gdLst/>
          <a:ahLst/>
          <a:cxnLst/>
          <a:rect l="0" t="0" r="0" b="0"/>
          <a:pathLst>
            <a:path>
              <a:moveTo>
                <a:pt x="0" y="45720"/>
              </a:moveTo>
              <a:lnTo>
                <a:pt x="474613" y="45720"/>
              </a:lnTo>
            </a:path>
          </a:pathLst>
        </a:custGeom>
        <a:noFill/>
        <a:ln w="6350" cap="flat" cmpd="sng" algn="ctr">
          <a:solidFill>
            <a:schemeClr val="accent5">
              <a:hueOff val="0"/>
              <a:satOff val="0"/>
              <a:lumOff val="0"/>
              <a:alphaOff val="0"/>
            </a:schemeClr>
          </a:solidFill>
          <a:prstDash val="solid"/>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796019" y="658750"/>
        <a:ext cx="25260" cy="5052"/>
      </dsp:txXfrm>
    </dsp:sp>
    <dsp:sp modelId="{A290080C-BC25-4CB4-BAD6-6AF05D07AD64}">
      <dsp:nvSpPr>
        <dsp:cNvPr id="0" name=""/>
        <dsp:cNvSpPr/>
      </dsp:nvSpPr>
      <dsp:spPr>
        <a:xfrm>
          <a:off x="376564" y="2303"/>
          <a:ext cx="2196579" cy="1317947"/>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dirty="0"/>
            <a:t>Tone mismatch between the engineer and the client – One is too formal and the other is too informal.</a:t>
          </a:r>
          <a:endParaRPr lang="en-US" sz="1300" kern="1200" dirty="0"/>
        </a:p>
      </dsp:txBody>
      <dsp:txXfrm>
        <a:off x="376564" y="2303"/>
        <a:ext cx="2196579" cy="1317947"/>
      </dsp:txXfrm>
    </dsp:sp>
    <dsp:sp modelId="{98F34A49-A201-47D7-8459-47ACBA900E93}">
      <dsp:nvSpPr>
        <dsp:cNvPr id="0" name=""/>
        <dsp:cNvSpPr/>
      </dsp:nvSpPr>
      <dsp:spPr>
        <a:xfrm>
          <a:off x="1474853" y="1318450"/>
          <a:ext cx="2701792" cy="474613"/>
        </a:xfrm>
        <a:custGeom>
          <a:avLst/>
          <a:gdLst/>
          <a:ahLst/>
          <a:cxnLst/>
          <a:rect l="0" t="0" r="0" b="0"/>
          <a:pathLst>
            <a:path>
              <a:moveTo>
                <a:pt x="2701792" y="0"/>
              </a:moveTo>
              <a:lnTo>
                <a:pt x="2701792" y="254406"/>
              </a:lnTo>
              <a:lnTo>
                <a:pt x="0" y="254406"/>
              </a:lnTo>
              <a:lnTo>
                <a:pt x="0" y="474613"/>
              </a:lnTo>
            </a:path>
          </a:pathLst>
        </a:custGeom>
        <a:noFill/>
        <a:ln w="6350" cap="flat" cmpd="sng" algn="ctr">
          <a:solidFill>
            <a:schemeClr val="accent5">
              <a:hueOff val="-79958"/>
              <a:satOff val="-2966"/>
              <a:lumOff val="4706"/>
              <a:alphaOff val="0"/>
            </a:schemeClr>
          </a:solidFill>
          <a:prstDash val="solid"/>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757034" y="1553231"/>
        <a:ext cx="137431" cy="5052"/>
      </dsp:txXfrm>
    </dsp:sp>
    <dsp:sp modelId="{EE3F296D-3E30-4CC2-B330-D7E578FDC4C0}">
      <dsp:nvSpPr>
        <dsp:cNvPr id="0" name=""/>
        <dsp:cNvSpPr/>
      </dsp:nvSpPr>
      <dsp:spPr>
        <a:xfrm>
          <a:off x="3078356" y="2303"/>
          <a:ext cx="2196579" cy="1317947"/>
        </a:xfrm>
        <a:prstGeom prst="rect">
          <a:avLst/>
        </a:prstGeom>
        <a:solidFill>
          <a:schemeClr val="accent5">
            <a:hueOff val="-59968"/>
            <a:satOff val="-2224"/>
            <a:lumOff val="3529"/>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a:t>Late responses are sent without apologies.</a:t>
          </a:r>
        </a:p>
      </dsp:txBody>
      <dsp:txXfrm>
        <a:off x="3078356" y="2303"/>
        <a:ext cx="2196579" cy="1317947"/>
      </dsp:txXfrm>
    </dsp:sp>
    <dsp:sp modelId="{B721183B-620A-490B-A45A-B93E4F1350A5}">
      <dsp:nvSpPr>
        <dsp:cNvPr id="0" name=""/>
        <dsp:cNvSpPr/>
      </dsp:nvSpPr>
      <dsp:spPr>
        <a:xfrm>
          <a:off x="2571343" y="2438717"/>
          <a:ext cx="474613" cy="91440"/>
        </a:xfrm>
        <a:custGeom>
          <a:avLst/>
          <a:gdLst/>
          <a:ahLst/>
          <a:cxnLst/>
          <a:rect l="0" t="0" r="0" b="0"/>
          <a:pathLst>
            <a:path>
              <a:moveTo>
                <a:pt x="0" y="45720"/>
              </a:moveTo>
              <a:lnTo>
                <a:pt x="474613" y="45720"/>
              </a:lnTo>
            </a:path>
          </a:pathLst>
        </a:custGeom>
        <a:noFill/>
        <a:ln w="6350" cap="flat" cmpd="sng" algn="ctr">
          <a:solidFill>
            <a:schemeClr val="accent5">
              <a:hueOff val="-159915"/>
              <a:satOff val="-5931"/>
              <a:lumOff val="9411"/>
              <a:alphaOff val="0"/>
            </a:schemeClr>
          </a:solidFill>
          <a:prstDash val="solid"/>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796019" y="2481911"/>
        <a:ext cx="25260" cy="5052"/>
      </dsp:txXfrm>
    </dsp:sp>
    <dsp:sp modelId="{2D9D6314-EE36-46FD-A59D-4ECADF198534}">
      <dsp:nvSpPr>
        <dsp:cNvPr id="0" name=""/>
        <dsp:cNvSpPr/>
      </dsp:nvSpPr>
      <dsp:spPr>
        <a:xfrm>
          <a:off x="376564" y="1825463"/>
          <a:ext cx="2196579" cy="1317947"/>
        </a:xfrm>
        <a:prstGeom prst="rect">
          <a:avLst/>
        </a:prstGeom>
        <a:solidFill>
          <a:schemeClr val="accent5">
            <a:hueOff val="-119936"/>
            <a:satOff val="-4449"/>
            <a:lumOff val="7059"/>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dirty="0"/>
            <a:t>Clients are discouraged from contacting support, through words and behaviour.</a:t>
          </a:r>
        </a:p>
      </dsp:txBody>
      <dsp:txXfrm>
        <a:off x="376564" y="1825463"/>
        <a:ext cx="2196579" cy="1317947"/>
      </dsp:txXfrm>
    </dsp:sp>
    <dsp:sp modelId="{B425A76D-BCAB-415C-8BD4-7E049C86890D}">
      <dsp:nvSpPr>
        <dsp:cNvPr id="0" name=""/>
        <dsp:cNvSpPr/>
      </dsp:nvSpPr>
      <dsp:spPr>
        <a:xfrm>
          <a:off x="1474853" y="3141611"/>
          <a:ext cx="2701792" cy="474613"/>
        </a:xfrm>
        <a:custGeom>
          <a:avLst/>
          <a:gdLst/>
          <a:ahLst/>
          <a:cxnLst/>
          <a:rect l="0" t="0" r="0" b="0"/>
          <a:pathLst>
            <a:path>
              <a:moveTo>
                <a:pt x="2701792" y="0"/>
              </a:moveTo>
              <a:lnTo>
                <a:pt x="2701792" y="254406"/>
              </a:lnTo>
              <a:lnTo>
                <a:pt x="0" y="254406"/>
              </a:lnTo>
              <a:lnTo>
                <a:pt x="0" y="474613"/>
              </a:lnTo>
            </a:path>
          </a:pathLst>
        </a:custGeom>
        <a:noFill/>
        <a:ln w="6350" cap="flat" cmpd="sng" algn="ctr">
          <a:solidFill>
            <a:schemeClr val="accent5">
              <a:hueOff val="-239873"/>
              <a:satOff val="-8897"/>
              <a:lumOff val="14117"/>
              <a:alphaOff val="0"/>
            </a:schemeClr>
          </a:solidFill>
          <a:prstDash val="solid"/>
          <a:tailEnd type="arrow"/>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757034" y="3376391"/>
        <a:ext cx="137431" cy="5052"/>
      </dsp:txXfrm>
    </dsp:sp>
    <dsp:sp modelId="{FBE8F5BD-399D-4818-9CE5-27634D0D9FEC}">
      <dsp:nvSpPr>
        <dsp:cNvPr id="0" name=""/>
        <dsp:cNvSpPr/>
      </dsp:nvSpPr>
      <dsp:spPr>
        <a:xfrm>
          <a:off x="3078356" y="1825463"/>
          <a:ext cx="2196579" cy="1317947"/>
        </a:xfrm>
        <a:prstGeom prst="rect">
          <a:avLst/>
        </a:prstGeom>
        <a:solidFill>
          <a:schemeClr val="accent5">
            <a:hueOff val="-179905"/>
            <a:satOff val="-6673"/>
            <a:lumOff val="1058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dirty="0"/>
            <a:t>Agents with the Somebody Else’s Ticket syndrome – That is, issues getting deflected to other departments without any explanations or follow-ups.</a:t>
          </a:r>
        </a:p>
      </dsp:txBody>
      <dsp:txXfrm>
        <a:off x="3078356" y="1825463"/>
        <a:ext cx="2196579" cy="1317947"/>
      </dsp:txXfrm>
    </dsp:sp>
    <dsp:sp modelId="{61B40E79-C3FE-47DD-8809-E048904E022B}">
      <dsp:nvSpPr>
        <dsp:cNvPr id="0" name=""/>
        <dsp:cNvSpPr/>
      </dsp:nvSpPr>
      <dsp:spPr>
        <a:xfrm>
          <a:off x="376564" y="3648624"/>
          <a:ext cx="2196579" cy="1317947"/>
        </a:xfrm>
        <a:prstGeom prst="rect">
          <a:avLst/>
        </a:prstGeom>
        <a:solidFill>
          <a:schemeClr val="accent5">
            <a:hueOff val="-239873"/>
            <a:satOff val="-8897"/>
            <a:lumOff val="14117"/>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7634" tIns="112981" rIns="107634" bIns="112981" numCol="1" spcCol="1270" anchor="ctr" anchorCtr="0">
          <a:noAutofit/>
        </a:bodyPr>
        <a:lstStyle/>
        <a:p>
          <a:pPr marL="0" lvl="0" indent="0" algn="ctr" defTabSz="577850">
            <a:lnSpc>
              <a:spcPct val="90000"/>
            </a:lnSpc>
            <a:spcBef>
              <a:spcPct val="0"/>
            </a:spcBef>
            <a:spcAft>
              <a:spcPct val="35000"/>
            </a:spcAft>
            <a:buNone/>
          </a:pPr>
          <a:r>
            <a:rPr lang="en-GB" sz="1300" kern="1200"/>
            <a:t>Lack of customer satisfaction – There is no bigger sign of lack of empathy than the customer being unhappy even after getting what they want.</a:t>
          </a:r>
        </a:p>
      </dsp:txBody>
      <dsp:txXfrm>
        <a:off x="376564" y="3648624"/>
        <a:ext cx="2196579" cy="131794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11E12-E3F4-481C-8C20-3006AAA36315}">
      <dsp:nvSpPr>
        <dsp:cNvPr id="0" name=""/>
        <dsp:cNvSpPr/>
      </dsp:nvSpPr>
      <dsp:spPr>
        <a:xfrm>
          <a:off x="2214302" y="605936"/>
          <a:ext cx="467824" cy="91440"/>
        </a:xfrm>
        <a:custGeom>
          <a:avLst/>
          <a:gdLst/>
          <a:ahLst/>
          <a:cxnLst/>
          <a:rect l="0" t="0" r="0" b="0"/>
          <a:pathLst>
            <a:path>
              <a:moveTo>
                <a:pt x="0" y="45720"/>
              </a:moveTo>
              <a:lnTo>
                <a:pt x="467824" y="45720"/>
              </a:lnTo>
            </a:path>
          </a:pathLst>
        </a:custGeom>
        <a:noFill/>
        <a:ln w="635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5753" y="649164"/>
        <a:ext cx="24921" cy="4984"/>
      </dsp:txXfrm>
    </dsp:sp>
    <dsp:sp modelId="{20F93584-F465-4AC8-92D3-39A8A2EA311C}">
      <dsp:nvSpPr>
        <dsp:cNvPr id="0" name=""/>
        <dsp:cNvSpPr/>
      </dsp:nvSpPr>
      <dsp:spPr>
        <a:xfrm>
          <a:off x="49040" y="1538"/>
          <a:ext cx="2167061" cy="130023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Understand your biases</a:t>
          </a:r>
          <a:endParaRPr lang="en-US" sz="1600" kern="1200"/>
        </a:p>
      </dsp:txBody>
      <dsp:txXfrm>
        <a:off x="49040" y="1538"/>
        <a:ext cx="2167061" cy="1300236"/>
      </dsp:txXfrm>
    </dsp:sp>
    <dsp:sp modelId="{DA68AFE9-446A-41D0-BBB1-09A6CA5E48EE}">
      <dsp:nvSpPr>
        <dsp:cNvPr id="0" name=""/>
        <dsp:cNvSpPr/>
      </dsp:nvSpPr>
      <dsp:spPr>
        <a:xfrm>
          <a:off x="4879787" y="605936"/>
          <a:ext cx="467824" cy="91440"/>
        </a:xfrm>
        <a:custGeom>
          <a:avLst/>
          <a:gdLst/>
          <a:ahLst/>
          <a:cxnLst/>
          <a:rect l="0" t="0" r="0" b="0"/>
          <a:pathLst>
            <a:path>
              <a:moveTo>
                <a:pt x="0" y="45720"/>
              </a:moveTo>
              <a:lnTo>
                <a:pt x="467824" y="45720"/>
              </a:lnTo>
            </a:path>
          </a:pathLst>
        </a:custGeom>
        <a:noFill/>
        <a:ln w="6350" cap="flat" cmpd="sng" algn="ctr">
          <a:solidFill>
            <a:schemeClr val="accent2">
              <a:hueOff val="-2587972"/>
              <a:satOff val="11465"/>
              <a:lumOff val="-421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01239" y="649164"/>
        <a:ext cx="24921" cy="4984"/>
      </dsp:txXfrm>
    </dsp:sp>
    <dsp:sp modelId="{E5CD6DBC-D158-4B93-884D-212A453C145E}">
      <dsp:nvSpPr>
        <dsp:cNvPr id="0" name=""/>
        <dsp:cNvSpPr/>
      </dsp:nvSpPr>
      <dsp:spPr>
        <a:xfrm>
          <a:off x="2714526" y="1538"/>
          <a:ext cx="2167061" cy="1300236"/>
        </a:xfrm>
        <a:prstGeom prst="rect">
          <a:avLst/>
        </a:prstGeom>
        <a:solidFill>
          <a:schemeClr val="accent2">
            <a:hueOff val="-2070378"/>
            <a:satOff val="9172"/>
            <a:lumOff val="-337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Reading fiction and other activities to put you in someone else’s shoes</a:t>
          </a:r>
          <a:endParaRPr lang="en-US" sz="1600" kern="1200"/>
        </a:p>
      </dsp:txBody>
      <dsp:txXfrm>
        <a:off x="2714526" y="1538"/>
        <a:ext cx="2167061" cy="1300236"/>
      </dsp:txXfrm>
    </dsp:sp>
    <dsp:sp modelId="{5656BC9C-5E7F-4762-944E-2E8B967412C6}">
      <dsp:nvSpPr>
        <dsp:cNvPr id="0" name=""/>
        <dsp:cNvSpPr/>
      </dsp:nvSpPr>
      <dsp:spPr>
        <a:xfrm>
          <a:off x="7545273" y="605936"/>
          <a:ext cx="467824" cy="91440"/>
        </a:xfrm>
        <a:custGeom>
          <a:avLst/>
          <a:gdLst/>
          <a:ahLst/>
          <a:cxnLst/>
          <a:rect l="0" t="0" r="0" b="0"/>
          <a:pathLst>
            <a:path>
              <a:moveTo>
                <a:pt x="0" y="45720"/>
              </a:moveTo>
              <a:lnTo>
                <a:pt x="467824" y="45720"/>
              </a:lnTo>
            </a:path>
          </a:pathLst>
        </a:custGeom>
        <a:noFill/>
        <a:ln w="6350" cap="flat" cmpd="sng" algn="ctr">
          <a:solidFill>
            <a:schemeClr val="accent2">
              <a:hueOff val="-5175944"/>
              <a:satOff val="22930"/>
              <a:lumOff val="-843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66725" y="649164"/>
        <a:ext cx="24921" cy="4984"/>
      </dsp:txXfrm>
    </dsp:sp>
    <dsp:sp modelId="{F3B980CA-D589-44CA-9D6D-C5110783B6FA}">
      <dsp:nvSpPr>
        <dsp:cNvPr id="0" name=""/>
        <dsp:cNvSpPr/>
      </dsp:nvSpPr>
      <dsp:spPr>
        <a:xfrm>
          <a:off x="5380012" y="1538"/>
          <a:ext cx="2167061" cy="1300236"/>
        </a:xfrm>
        <a:prstGeom prst="rect">
          <a:avLst/>
        </a:prstGeom>
        <a:solidFill>
          <a:schemeClr val="accent2">
            <a:hueOff val="-4140755"/>
            <a:satOff val="18344"/>
            <a:lumOff val="-674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Maintain positivity</a:t>
          </a:r>
          <a:endParaRPr lang="en-US" sz="1600" kern="1200"/>
        </a:p>
      </dsp:txBody>
      <dsp:txXfrm>
        <a:off x="5380012" y="1538"/>
        <a:ext cx="2167061" cy="1300236"/>
      </dsp:txXfrm>
    </dsp:sp>
    <dsp:sp modelId="{90AF9F71-7F54-4761-B090-FCA89D4007D9}">
      <dsp:nvSpPr>
        <dsp:cNvPr id="0" name=""/>
        <dsp:cNvSpPr/>
      </dsp:nvSpPr>
      <dsp:spPr>
        <a:xfrm>
          <a:off x="1132571" y="1299975"/>
          <a:ext cx="7996457" cy="467824"/>
        </a:xfrm>
        <a:custGeom>
          <a:avLst/>
          <a:gdLst/>
          <a:ahLst/>
          <a:cxnLst/>
          <a:rect l="0" t="0" r="0" b="0"/>
          <a:pathLst>
            <a:path>
              <a:moveTo>
                <a:pt x="7996457" y="0"/>
              </a:moveTo>
              <a:lnTo>
                <a:pt x="7996457" y="251012"/>
              </a:lnTo>
              <a:lnTo>
                <a:pt x="0" y="251012"/>
              </a:lnTo>
              <a:lnTo>
                <a:pt x="0" y="467824"/>
              </a:lnTo>
            </a:path>
          </a:pathLst>
        </a:custGeom>
        <a:noFill/>
        <a:ln w="6350" cap="flat" cmpd="sng" algn="ctr">
          <a:solidFill>
            <a:schemeClr val="accent2">
              <a:hueOff val="-7763915"/>
              <a:satOff val="34394"/>
              <a:lumOff val="-12648"/>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30500" y="1531395"/>
        <a:ext cx="400598" cy="4984"/>
      </dsp:txXfrm>
    </dsp:sp>
    <dsp:sp modelId="{782E8B47-6105-4BBE-8BA2-C94577A1DF72}">
      <dsp:nvSpPr>
        <dsp:cNvPr id="0" name=""/>
        <dsp:cNvSpPr/>
      </dsp:nvSpPr>
      <dsp:spPr>
        <a:xfrm>
          <a:off x="8045497" y="1538"/>
          <a:ext cx="2167061" cy="1300236"/>
        </a:xfrm>
        <a:prstGeom prst="rect">
          <a:avLst/>
        </a:prstGeom>
        <a:solidFill>
          <a:schemeClr val="accent2">
            <a:hueOff val="-6211133"/>
            <a:satOff val="27515"/>
            <a:lumOff val="-1011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dirty="0"/>
            <a:t>Understand </a:t>
          </a:r>
          <a:r>
            <a:rPr lang="en-GB" sz="1600" b="1" kern="1200"/>
            <a:t>client business</a:t>
          </a:r>
          <a:endParaRPr lang="en-US" sz="1600" kern="1200" dirty="0"/>
        </a:p>
      </dsp:txBody>
      <dsp:txXfrm>
        <a:off x="8045497" y="1538"/>
        <a:ext cx="2167061" cy="1300236"/>
      </dsp:txXfrm>
    </dsp:sp>
    <dsp:sp modelId="{F7B48111-1BB8-4AFB-9BCC-2BD314B7149C}">
      <dsp:nvSpPr>
        <dsp:cNvPr id="0" name=""/>
        <dsp:cNvSpPr/>
      </dsp:nvSpPr>
      <dsp:spPr>
        <a:xfrm>
          <a:off x="2214302" y="2404598"/>
          <a:ext cx="467824" cy="91440"/>
        </a:xfrm>
        <a:custGeom>
          <a:avLst/>
          <a:gdLst/>
          <a:ahLst/>
          <a:cxnLst/>
          <a:rect l="0" t="0" r="0" b="0"/>
          <a:pathLst>
            <a:path>
              <a:moveTo>
                <a:pt x="0" y="45720"/>
              </a:moveTo>
              <a:lnTo>
                <a:pt x="467824" y="45720"/>
              </a:lnTo>
            </a:path>
          </a:pathLst>
        </a:custGeom>
        <a:noFill/>
        <a:ln w="6350" cap="flat" cmpd="sng" algn="ctr">
          <a:solidFill>
            <a:schemeClr val="accent2">
              <a:hueOff val="-10351888"/>
              <a:satOff val="45859"/>
              <a:lumOff val="-1686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35753" y="2447825"/>
        <a:ext cx="24921" cy="4984"/>
      </dsp:txXfrm>
    </dsp:sp>
    <dsp:sp modelId="{D2438A92-1202-4D64-A99A-1D4DC6C561A4}">
      <dsp:nvSpPr>
        <dsp:cNvPr id="0" name=""/>
        <dsp:cNvSpPr/>
      </dsp:nvSpPr>
      <dsp:spPr>
        <a:xfrm>
          <a:off x="49040" y="1800199"/>
          <a:ext cx="2167061" cy="1300236"/>
        </a:xfrm>
        <a:prstGeom prst="rect">
          <a:avLst/>
        </a:prstGeom>
        <a:solidFill>
          <a:schemeClr val="accent2">
            <a:hueOff val="-8281511"/>
            <a:satOff val="36687"/>
            <a:lumOff val="-1349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Get feedback from your peers and customers</a:t>
          </a:r>
          <a:endParaRPr lang="en-US" sz="1600" kern="1200"/>
        </a:p>
      </dsp:txBody>
      <dsp:txXfrm>
        <a:off x="49040" y="1800199"/>
        <a:ext cx="2167061" cy="1300236"/>
      </dsp:txXfrm>
    </dsp:sp>
    <dsp:sp modelId="{16BD1673-B0B4-482C-A575-9167729D2D9F}">
      <dsp:nvSpPr>
        <dsp:cNvPr id="0" name=""/>
        <dsp:cNvSpPr/>
      </dsp:nvSpPr>
      <dsp:spPr>
        <a:xfrm>
          <a:off x="2714526" y="1800199"/>
          <a:ext cx="2167061" cy="1300236"/>
        </a:xfrm>
        <a:prstGeom prst="rect">
          <a:avLst/>
        </a:prstGeom>
        <a:solidFill>
          <a:schemeClr val="accent2">
            <a:hueOff val="-10351888"/>
            <a:satOff val="45859"/>
            <a:lumOff val="-1686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188" tIns="111463" rIns="106188" bIns="111463" numCol="1" spcCol="1270" anchor="ctr" anchorCtr="0">
          <a:noAutofit/>
        </a:bodyPr>
        <a:lstStyle/>
        <a:p>
          <a:pPr marL="0" lvl="0" indent="0" algn="ctr" defTabSz="711200">
            <a:lnSpc>
              <a:spcPct val="90000"/>
            </a:lnSpc>
            <a:spcBef>
              <a:spcPct val="0"/>
            </a:spcBef>
            <a:spcAft>
              <a:spcPct val="35000"/>
            </a:spcAft>
            <a:buNone/>
          </a:pPr>
          <a:r>
            <a:rPr lang="en-GB" sz="1600" b="1" kern="1200"/>
            <a:t>Teach</a:t>
          </a:r>
          <a:endParaRPr lang="en-US" sz="1600" kern="1200"/>
        </a:p>
      </dsp:txBody>
      <dsp:txXfrm>
        <a:off x="2714526" y="1800199"/>
        <a:ext cx="2167061" cy="130023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A9D3AA-EC1B-43AB-B8E3-936CCA429755}">
      <dsp:nvSpPr>
        <dsp:cNvPr id="0" name=""/>
        <dsp:cNvSpPr/>
      </dsp:nvSpPr>
      <dsp:spPr>
        <a:xfrm>
          <a:off x="1252" y="527964"/>
          <a:ext cx="1578322" cy="94699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Active listening</a:t>
          </a:r>
          <a:endParaRPr lang="en-US" sz="1500" kern="1200"/>
        </a:p>
      </dsp:txBody>
      <dsp:txXfrm>
        <a:off x="1252" y="527964"/>
        <a:ext cx="1578322" cy="946993"/>
      </dsp:txXfrm>
    </dsp:sp>
    <dsp:sp modelId="{7C44DA1E-8704-4A7D-95FC-A1B433FDFD9F}">
      <dsp:nvSpPr>
        <dsp:cNvPr id="0" name=""/>
        <dsp:cNvSpPr/>
      </dsp:nvSpPr>
      <dsp:spPr>
        <a:xfrm>
          <a:off x="1737407" y="527964"/>
          <a:ext cx="1578322" cy="9469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Avoid sympathy </a:t>
          </a:r>
          <a:endParaRPr lang="en-US" sz="1500" kern="1200"/>
        </a:p>
      </dsp:txBody>
      <dsp:txXfrm>
        <a:off x="1737407" y="527964"/>
        <a:ext cx="1578322" cy="946993"/>
      </dsp:txXfrm>
    </dsp:sp>
    <dsp:sp modelId="{3069D9EF-89A9-4421-9946-3DC24F4D5343}">
      <dsp:nvSpPr>
        <dsp:cNvPr id="0" name=""/>
        <dsp:cNvSpPr/>
      </dsp:nvSpPr>
      <dsp:spPr>
        <a:xfrm>
          <a:off x="3473561" y="527964"/>
          <a:ext cx="1578322" cy="94699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Keep your attitude in check</a:t>
          </a:r>
          <a:endParaRPr lang="en-US" sz="1500" kern="1200"/>
        </a:p>
      </dsp:txBody>
      <dsp:txXfrm>
        <a:off x="3473561" y="527964"/>
        <a:ext cx="1578322" cy="946993"/>
      </dsp:txXfrm>
    </dsp:sp>
    <dsp:sp modelId="{0D25284F-3086-42D1-940D-3C2318F01298}">
      <dsp:nvSpPr>
        <dsp:cNvPr id="0" name=""/>
        <dsp:cNvSpPr/>
      </dsp:nvSpPr>
      <dsp:spPr>
        <a:xfrm>
          <a:off x="5209716" y="527964"/>
          <a:ext cx="1578322" cy="94699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Give people the benefit of doubt</a:t>
          </a:r>
          <a:endParaRPr lang="en-US" sz="1500" kern="1200"/>
        </a:p>
      </dsp:txBody>
      <dsp:txXfrm>
        <a:off x="5209716" y="527964"/>
        <a:ext cx="1578322" cy="946993"/>
      </dsp:txXfrm>
    </dsp:sp>
    <dsp:sp modelId="{3C7D2D4C-BF20-428C-A315-A4B807B9B965}">
      <dsp:nvSpPr>
        <dsp:cNvPr id="0" name=""/>
        <dsp:cNvSpPr/>
      </dsp:nvSpPr>
      <dsp:spPr>
        <a:xfrm>
          <a:off x="6945870" y="527964"/>
          <a:ext cx="1578322" cy="94699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Make customers a part of the solution</a:t>
          </a:r>
          <a:r>
            <a:rPr lang="en-GB" sz="1500" kern="1200"/>
            <a:t> </a:t>
          </a:r>
          <a:endParaRPr lang="en-US" sz="1500" kern="1200"/>
        </a:p>
      </dsp:txBody>
      <dsp:txXfrm>
        <a:off x="6945870" y="527964"/>
        <a:ext cx="1578322" cy="946993"/>
      </dsp:txXfrm>
    </dsp:sp>
    <dsp:sp modelId="{599D2F01-92B6-421C-A487-B356B4AE6A84}">
      <dsp:nvSpPr>
        <dsp:cNvPr id="0" name=""/>
        <dsp:cNvSpPr/>
      </dsp:nvSpPr>
      <dsp:spPr>
        <a:xfrm>
          <a:off x="8682025" y="527964"/>
          <a:ext cx="1578322" cy="94699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Be curious about your customer</a:t>
          </a:r>
          <a:r>
            <a:rPr lang="en-GB" sz="1500" kern="1200"/>
            <a:t> </a:t>
          </a:r>
          <a:endParaRPr lang="en-US" sz="1500" kern="1200"/>
        </a:p>
      </dsp:txBody>
      <dsp:txXfrm>
        <a:off x="8682025" y="527964"/>
        <a:ext cx="1578322" cy="946993"/>
      </dsp:txXfrm>
    </dsp:sp>
    <dsp:sp modelId="{377612A8-9F50-4D63-94A5-CE5D8327C0C9}">
      <dsp:nvSpPr>
        <dsp:cNvPr id="0" name=""/>
        <dsp:cNvSpPr/>
      </dsp:nvSpPr>
      <dsp:spPr>
        <a:xfrm>
          <a:off x="1252" y="1632790"/>
          <a:ext cx="1578322" cy="9469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Look for common interests</a:t>
          </a:r>
          <a:r>
            <a:rPr lang="en-GB" sz="1500" kern="1200"/>
            <a:t> </a:t>
          </a:r>
          <a:endParaRPr lang="en-US" sz="1500" kern="1200"/>
        </a:p>
      </dsp:txBody>
      <dsp:txXfrm>
        <a:off x="1252" y="1632790"/>
        <a:ext cx="1578322" cy="946993"/>
      </dsp:txXfrm>
    </dsp:sp>
    <dsp:sp modelId="{13531C78-EDB7-41F2-9BB7-BACE00D0D45A}">
      <dsp:nvSpPr>
        <dsp:cNvPr id="0" name=""/>
        <dsp:cNvSpPr/>
      </dsp:nvSpPr>
      <dsp:spPr>
        <a:xfrm>
          <a:off x="1737407" y="1632790"/>
          <a:ext cx="1578322" cy="94699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kern="1200"/>
            <a:t>Always be respectful</a:t>
          </a:r>
          <a:endParaRPr lang="en-US" sz="1500" kern="1200"/>
        </a:p>
      </dsp:txBody>
      <dsp:txXfrm>
        <a:off x="1737407" y="1632790"/>
        <a:ext cx="1578322" cy="946993"/>
      </dsp:txXfrm>
    </dsp:sp>
    <dsp:sp modelId="{F29D6FB8-FAE7-474F-956E-364D78FA59EF}">
      <dsp:nvSpPr>
        <dsp:cNvPr id="0" name=""/>
        <dsp:cNvSpPr/>
      </dsp:nvSpPr>
      <dsp:spPr>
        <a:xfrm>
          <a:off x="3473561" y="1632790"/>
          <a:ext cx="1578322" cy="94699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i="0" kern="1200"/>
            <a:t>Be extra careful when there is a language barrier</a:t>
          </a:r>
          <a:r>
            <a:rPr lang="en-GB" sz="1500" b="0" i="0" kern="1200"/>
            <a:t> </a:t>
          </a:r>
          <a:endParaRPr lang="en-US" sz="1500" kern="1200"/>
        </a:p>
      </dsp:txBody>
      <dsp:txXfrm>
        <a:off x="3473561" y="1632790"/>
        <a:ext cx="1578322" cy="946993"/>
      </dsp:txXfrm>
    </dsp:sp>
    <dsp:sp modelId="{EB23BD69-2231-4C98-9158-A9378AE53045}">
      <dsp:nvSpPr>
        <dsp:cNvPr id="0" name=""/>
        <dsp:cNvSpPr/>
      </dsp:nvSpPr>
      <dsp:spPr>
        <a:xfrm>
          <a:off x="5209716" y="1632790"/>
          <a:ext cx="1578322" cy="946993"/>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i="0" kern="1200"/>
            <a:t>Respond to the customer’s tone</a:t>
          </a:r>
          <a:r>
            <a:rPr lang="en-GB" sz="1500" b="0" i="0" kern="1200"/>
            <a:t> </a:t>
          </a:r>
          <a:endParaRPr lang="en-US" sz="1500" kern="1200"/>
        </a:p>
      </dsp:txBody>
      <dsp:txXfrm>
        <a:off x="5209716" y="1632790"/>
        <a:ext cx="1578322" cy="946993"/>
      </dsp:txXfrm>
    </dsp:sp>
    <dsp:sp modelId="{CD45B8D5-754C-41DE-A33A-70A67BE7E543}">
      <dsp:nvSpPr>
        <dsp:cNvPr id="0" name=""/>
        <dsp:cNvSpPr/>
      </dsp:nvSpPr>
      <dsp:spPr>
        <a:xfrm>
          <a:off x="6945870" y="1632790"/>
          <a:ext cx="1578322" cy="94699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i="0" kern="1200"/>
            <a:t>Do not assume, ask</a:t>
          </a:r>
          <a:endParaRPr lang="en-US" sz="1500" kern="1200"/>
        </a:p>
      </dsp:txBody>
      <dsp:txXfrm>
        <a:off x="6945870" y="1632790"/>
        <a:ext cx="1578322" cy="946993"/>
      </dsp:txXfrm>
    </dsp:sp>
    <dsp:sp modelId="{EF5EEAF8-7AB1-40A6-8616-F8FC917FA7E7}">
      <dsp:nvSpPr>
        <dsp:cNvPr id="0" name=""/>
        <dsp:cNvSpPr/>
      </dsp:nvSpPr>
      <dsp:spPr>
        <a:xfrm>
          <a:off x="8682025" y="1632790"/>
          <a:ext cx="1578322" cy="9469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b="1" i="0" kern="1200"/>
            <a:t>Take their side when they are right</a:t>
          </a:r>
          <a:r>
            <a:rPr lang="en-GB" sz="1500" b="0" i="0" kern="1200"/>
            <a:t> </a:t>
          </a:r>
          <a:endParaRPr lang="en-US" sz="1500" kern="1200"/>
        </a:p>
      </dsp:txBody>
      <dsp:txXfrm>
        <a:off x="8682025" y="1632790"/>
        <a:ext cx="1578322" cy="9469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737BB6-8F62-4393-93CB-50A153519D65}" type="datetimeFigureOut">
              <a:rPr lang="en-GB" smtClean="0"/>
              <a:t>19/04/2023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2C1E94-2003-4253-8090-A66A9332936B}" type="slidenum">
              <a:rPr lang="en-GB" smtClean="0"/>
              <a:t>‹#›</a:t>
            </a:fld>
            <a:endParaRPr lang="en-GB"/>
          </a:p>
        </p:txBody>
      </p:sp>
    </p:spTree>
    <p:extLst>
      <p:ext uri="{BB962C8B-B14F-4D97-AF65-F5344CB8AC3E}">
        <p14:creationId xmlns:p14="http://schemas.microsoft.com/office/powerpoint/2010/main" val="2801829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John’s feedback:</a:t>
            </a:r>
            <a:br>
              <a:rPr lang="en-GB"/>
            </a:br>
            <a:r>
              <a:rPr lang="en-GB" sz="1800">
                <a:effectLst/>
                <a:latin typeface="Calibri" panose="020F0502020204030204" pitchFamily="34" charset="0"/>
                <a:ea typeface="Calibri" panose="020F0502020204030204" pitchFamily="34" charset="0"/>
              </a:rPr>
              <a:t>+ The challenge of detecting emotion over a phone call, Email and or Video Meeting</a:t>
            </a:r>
          </a:p>
          <a:p>
            <a:r>
              <a:rPr lang="en-GB" sz="1800">
                <a:effectLst/>
                <a:latin typeface="Calibri" panose="020F0502020204030204" pitchFamily="34" charset="0"/>
                <a:ea typeface="Calibri" panose="020F0502020204030204" pitchFamily="34" charset="0"/>
              </a:rPr>
              <a:t> </a:t>
            </a:r>
          </a:p>
          <a:p>
            <a:r>
              <a:rPr lang="en-GB" sz="1800">
                <a:effectLst/>
                <a:latin typeface="Calibri" panose="020F0502020204030204" pitchFamily="34" charset="0"/>
                <a:ea typeface="Calibri" panose="020F0502020204030204" pitchFamily="34" charset="0"/>
              </a:rPr>
              <a:t>The Impact of Covid / Lockdown on Empathy?</a:t>
            </a:r>
          </a:p>
          <a:p>
            <a:r>
              <a:rPr lang="en-GB" sz="1800">
                <a:effectLst/>
                <a:latin typeface="Calibri" panose="020F0502020204030204" pitchFamily="34" charset="0"/>
                <a:ea typeface="Calibri" panose="020F0502020204030204" pitchFamily="34" charset="0"/>
              </a:rPr>
              <a:t> </a:t>
            </a:r>
          </a:p>
          <a:p>
            <a:r>
              <a:rPr lang="en-GB" sz="1800">
                <a:effectLst/>
                <a:latin typeface="Calibri" panose="020F0502020204030204" pitchFamily="34" charset="0"/>
                <a:ea typeface="Calibri" panose="020F0502020204030204" pitchFamily="34" charset="0"/>
              </a:rPr>
              <a:t>If a client can get a comparable solution / resolution to a problem from an alternate provider, then factors like empathy have a bigger part to play with client satisfaction</a:t>
            </a:r>
          </a:p>
          <a:p>
            <a:r>
              <a:rPr lang="en-GB" sz="1800">
                <a:effectLst/>
                <a:latin typeface="Calibri" panose="020F0502020204030204" pitchFamily="34" charset="0"/>
                <a:ea typeface="Calibri" panose="020F0502020204030204" pitchFamily="34" charset="0"/>
              </a:rPr>
              <a:t> </a:t>
            </a:r>
          </a:p>
          <a:p>
            <a:r>
              <a:rPr lang="en-GB" sz="1800">
                <a:effectLst/>
                <a:latin typeface="Calibri" panose="020F0502020204030204" pitchFamily="34" charset="0"/>
                <a:ea typeface="Calibri" panose="020F0502020204030204" pitchFamily="34" charset="0"/>
              </a:rPr>
              <a:t>Try get some UK stats rather than US ones</a:t>
            </a:r>
          </a:p>
          <a:p>
            <a:endParaRPr lang="en-GB"/>
          </a:p>
        </p:txBody>
      </p:sp>
      <p:sp>
        <p:nvSpPr>
          <p:cNvPr id="4" name="Slide Number Placeholder 3"/>
          <p:cNvSpPr>
            <a:spLocks noGrp="1"/>
          </p:cNvSpPr>
          <p:nvPr>
            <p:ph type="sldNum" sz="quarter" idx="5"/>
          </p:nvPr>
        </p:nvSpPr>
        <p:spPr/>
        <p:txBody>
          <a:bodyPr/>
          <a:lstStyle/>
          <a:p>
            <a:fld id="{4A2C1E94-2003-4253-8090-A66A9332936B}" type="slidenum">
              <a:rPr lang="en-GB" smtClean="0"/>
              <a:t>3</a:t>
            </a:fld>
            <a:endParaRPr lang="en-GB"/>
          </a:p>
        </p:txBody>
      </p:sp>
    </p:spTree>
    <p:extLst>
      <p:ext uri="{BB962C8B-B14F-4D97-AF65-F5344CB8AC3E}">
        <p14:creationId xmlns:p14="http://schemas.microsoft.com/office/powerpoint/2010/main" val="2907448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John feedback:</a:t>
            </a:r>
            <a:br>
              <a:rPr lang="en-GB"/>
            </a:br>
            <a:r>
              <a:rPr lang="en-GB" sz="1800">
                <a:effectLst/>
                <a:latin typeface="Calibri" panose="020F0502020204030204" pitchFamily="34" charset="0"/>
                <a:ea typeface="Calibri" panose="020F0502020204030204" pitchFamily="34" charset="0"/>
              </a:rPr>
              <a:t>Walking in the slides of the consumer</a:t>
            </a:r>
          </a:p>
          <a:p>
            <a:r>
              <a:rPr lang="en-GB" sz="1800">
                <a:effectLst/>
                <a:latin typeface="Calibri" panose="020F0502020204030204" pitchFamily="34" charset="0"/>
                <a:ea typeface="Calibri" panose="020F0502020204030204" pitchFamily="34" charset="0"/>
              </a:rPr>
              <a:t>Think about the last time </a:t>
            </a:r>
            <a:r>
              <a:rPr lang="en-GB" sz="1800" b="1">
                <a:effectLst/>
                <a:latin typeface="Calibri" panose="020F0502020204030204" pitchFamily="34" charset="0"/>
                <a:ea typeface="Calibri" panose="020F0502020204030204" pitchFamily="34" charset="0"/>
              </a:rPr>
              <a:t>you</a:t>
            </a:r>
            <a:r>
              <a:rPr lang="en-GB" sz="1800">
                <a:effectLst/>
                <a:latin typeface="Calibri" panose="020F0502020204030204" pitchFamily="34" charset="0"/>
                <a:ea typeface="Calibri" panose="020F0502020204030204" pitchFamily="34" charset="0"/>
              </a:rPr>
              <a:t> had a problem and needed to call someone to get it fixed</a:t>
            </a:r>
          </a:p>
          <a:p>
            <a:pPr marL="342900" lvl="0" indent="-342900">
              <a:buFont typeface="Calibri" panose="020F0502020204030204" pitchFamily="34" charset="0"/>
              <a:buChar char="-"/>
            </a:pPr>
            <a:r>
              <a:rPr lang="en-GB" sz="1800">
                <a:effectLst/>
                <a:latin typeface="Calibri" panose="020F0502020204030204" pitchFamily="34" charset="0"/>
                <a:ea typeface="Times New Roman" panose="02020603050405020304" pitchFamily="18" charset="0"/>
              </a:rPr>
              <a:t>Phone tariff change</a:t>
            </a:r>
            <a:endParaRPr lang="en-GB" sz="180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en-GB" sz="1800">
                <a:effectLst/>
                <a:latin typeface="Calibri" panose="020F0502020204030204" pitchFamily="34" charset="0"/>
                <a:ea typeface="Times New Roman" panose="02020603050405020304" pitchFamily="18" charset="0"/>
              </a:rPr>
              <a:t>Takings some clothes back that didn’t fit</a:t>
            </a:r>
            <a:endParaRPr lang="en-GB" sz="180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en-GB" sz="1800">
                <a:effectLst/>
                <a:latin typeface="Calibri" panose="020F0502020204030204" pitchFamily="34" charset="0"/>
                <a:ea typeface="Times New Roman" panose="02020603050405020304" pitchFamily="18" charset="0"/>
              </a:rPr>
              <a:t>Car Tyres</a:t>
            </a:r>
            <a:endParaRPr lang="en-GB" sz="1800">
              <a:effectLst/>
              <a:latin typeface="Calibri" panose="020F0502020204030204" pitchFamily="34"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a:effectLst/>
                <a:latin typeface="Calibri" panose="020F0502020204030204" pitchFamily="34" charset="0"/>
                <a:ea typeface="Calibri" panose="020F0502020204030204" pitchFamily="34" charset="0"/>
              </a:rPr>
              <a:t>What did it </a:t>
            </a:r>
            <a:r>
              <a:rPr lang="en-GB" sz="1800" b="1" u="sng">
                <a:effectLst/>
                <a:latin typeface="Calibri" panose="020F0502020204030204" pitchFamily="34" charset="0"/>
                <a:ea typeface="Calibri" panose="020F0502020204030204" pitchFamily="34" charset="0"/>
              </a:rPr>
              <a:t>feel</a:t>
            </a:r>
            <a:r>
              <a:rPr lang="en-GB" sz="1800">
                <a:effectLst/>
                <a:latin typeface="Calibri" panose="020F0502020204030204" pitchFamily="34" charset="0"/>
                <a:ea typeface="Calibri" panose="020F0502020204030204" pitchFamily="34" charset="0"/>
              </a:rPr>
              <a:t> like?</a:t>
            </a:r>
          </a:p>
          <a:p>
            <a:endParaRPr lang="en-GB"/>
          </a:p>
        </p:txBody>
      </p:sp>
      <p:sp>
        <p:nvSpPr>
          <p:cNvPr id="4" name="Slide Number Placeholder 3"/>
          <p:cNvSpPr>
            <a:spLocks noGrp="1"/>
          </p:cNvSpPr>
          <p:nvPr>
            <p:ph type="sldNum" sz="quarter" idx="5"/>
          </p:nvPr>
        </p:nvSpPr>
        <p:spPr/>
        <p:txBody>
          <a:bodyPr/>
          <a:lstStyle/>
          <a:p>
            <a:fld id="{4A2C1E94-2003-4253-8090-A66A9332936B}" type="slidenum">
              <a:rPr lang="en-GB" smtClean="0"/>
              <a:t>4</a:t>
            </a:fld>
            <a:endParaRPr lang="en-GB"/>
          </a:p>
        </p:txBody>
      </p:sp>
    </p:spTree>
    <p:extLst>
      <p:ext uri="{BB962C8B-B14F-4D97-AF65-F5344CB8AC3E}">
        <p14:creationId xmlns:p14="http://schemas.microsoft.com/office/powerpoint/2010/main" val="355400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John Feedback:</a:t>
            </a:r>
            <a:br>
              <a:rPr lang="en-GB"/>
            </a:br>
            <a:r>
              <a:rPr lang="en-GB" sz="1800">
                <a:effectLst/>
                <a:latin typeface="Calibri" panose="020F0502020204030204" pitchFamily="34" charset="0"/>
                <a:ea typeface="Calibri" panose="020F0502020204030204" pitchFamily="34" charset="0"/>
              </a:rPr>
              <a:t>Empathy leads to more buy in to the solution by a client. Better description of problem or goal</a:t>
            </a:r>
          </a:p>
          <a:p>
            <a:endParaRPr lang="en-GB"/>
          </a:p>
        </p:txBody>
      </p:sp>
      <p:sp>
        <p:nvSpPr>
          <p:cNvPr id="4" name="Slide Number Placeholder 3"/>
          <p:cNvSpPr>
            <a:spLocks noGrp="1"/>
          </p:cNvSpPr>
          <p:nvPr>
            <p:ph type="sldNum" sz="quarter" idx="5"/>
          </p:nvPr>
        </p:nvSpPr>
        <p:spPr/>
        <p:txBody>
          <a:bodyPr/>
          <a:lstStyle/>
          <a:p>
            <a:fld id="{4A2C1E94-2003-4253-8090-A66A9332936B}" type="slidenum">
              <a:rPr lang="en-GB" smtClean="0"/>
              <a:t>5</a:t>
            </a:fld>
            <a:endParaRPr lang="en-GB"/>
          </a:p>
        </p:txBody>
      </p:sp>
    </p:spTree>
    <p:extLst>
      <p:ext uri="{BB962C8B-B14F-4D97-AF65-F5344CB8AC3E}">
        <p14:creationId xmlns:p14="http://schemas.microsoft.com/office/powerpoint/2010/main" val="665921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John Feedback:</a:t>
            </a:r>
            <a:br>
              <a:rPr lang="en-GB"/>
            </a:br>
            <a:r>
              <a:rPr lang="en-GB" sz="1800">
                <a:effectLst/>
                <a:latin typeface="Calibri" panose="020F0502020204030204" pitchFamily="34" charset="0"/>
                <a:ea typeface="Calibri" panose="020F0502020204030204" pitchFamily="34" charset="0"/>
              </a:rPr>
              <a:t>Not sure when this is from but I’d be sceptical about this. It’s not really relevant to Nexus</a:t>
            </a:r>
          </a:p>
          <a:p>
            <a:endParaRPr lang="en-GB"/>
          </a:p>
        </p:txBody>
      </p:sp>
      <p:sp>
        <p:nvSpPr>
          <p:cNvPr id="4" name="Slide Number Placeholder 3"/>
          <p:cNvSpPr>
            <a:spLocks noGrp="1"/>
          </p:cNvSpPr>
          <p:nvPr>
            <p:ph type="sldNum" sz="quarter" idx="5"/>
          </p:nvPr>
        </p:nvSpPr>
        <p:spPr/>
        <p:txBody>
          <a:bodyPr/>
          <a:lstStyle/>
          <a:p>
            <a:fld id="{4A2C1E94-2003-4253-8090-A66A9332936B}" type="slidenum">
              <a:rPr lang="en-GB" smtClean="0"/>
              <a:t>6</a:t>
            </a:fld>
            <a:endParaRPr lang="en-GB"/>
          </a:p>
        </p:txBody>
      </p:sp>
    </p:spTree>
    <p:extLst>
      <p:ext uri="{BB962C8B-B14F-4D97-AF65-F5344CB8AC3E}">
        <p14:creationId xmlns:p14="http://schemas.microsoft.com/office/powerpoint/2010/main" val="2922388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John Feedback:</a:t>
            </a:r>
            <a:br>
              <a:rPr lang="en-GB"/>
            </a:br>
            <a:r>
              <a:rPr lang="en-GB" sz="1800">
                <a:effectLst/>
                <a:latin typeface="Calibri" panose="020F0502020204030204" pitchFamily="34" charset="0"/>
                <a:ea typeface="Calibri" panose="020F0502020204030204" pitchFamily="34" charset="0"/>
              </a:rPr>
              <a:t>Expectations and reality</a:t>
            </a:r>
          </a:p>
          <a:p>
            <a:r>
              <a:rPr lang="en-GB" sz="1800">
                <a:effectLst/>
                <a:latin typeface="Calibri" panose="020F0502020204030204" pitchFamily="34" charset="0"/>
                <a:ea typeface="Calibri" panose="020F0502020204030204" pitchFamily="34" charset="0"/>
              </a:rPr>
              <a:t>Aldi to Waitrose</a:t>
            </a:r>
          </a:p>
          <a:p>
            <a:r>
              <a:rPr lang="en-GB" sz="1800">
                <a:effectLst/>
                <a:latin typeface="Calibri" panose="020F0502020204030204" pitchFamily="34" charset="0"/>
                <a:ea typeface="Calibri" panose="020F0502020204030204" pitchFamily="34" charset="0"/>
              </a:rPr>
              <a:t>Apple to Microsoft</a:t>
            </a:r>
          </a:p>
          <a:p>
            <a:r>
              <a:rPr lang="en-GB" sz="1800" err="1">
                <a:effectLst/>
                <a:latin typeface="Calibri" panose="020F0502020204030204" pitchFamily="34" charset="0"/>
                <a:ea typeface="Calibri" panose="020F0502020204030204" pitchFamily="34" charset="0"/>
              </a:rPr>
              <a:t>Telsa</a:t>
            </a:r>
            <a:r>
              <a:rPr lang="en-GB" sz="1800">
                <a:effectLst/>
                <a:latin typeface="Calibri" panose="020F0502020204030204" pitchFamily="34" charset="0"/>
                <a:ea typeface="Calibri" panose="020F0502020204030204" pitchFamily="34" charset="0"/>
              </a:rPr>
              <a:t> to Ford</a:t>
            </a:r>
          </a:p>
          <a:p>
            <a:endParaRPr lang="en-GB"/>
          </a:p>
        </p:txBody>
      </p:sp>
      <p:sp>
        <p:nvSpPr>
          <p:cNvPr id="4" name="Slide Number Placeholder 3"/>
          <p:cNvSpPr>
            <a:spLocks noGrp="1"/>
          </p:cNvSpPr>
          <p:nvPr>
            <p:ph type="sldNum" sz="quarter" idx="5"/>
          </p:nvPr>
        </p:nvSpPr>
        <p:spPr/>
        <p:txBody>
          <a:bodyPr/>
          <a:lstStyle/>
          <a:p>
            <a:fld id="{4A2C1E94-2003-4253-8090-A66A9332936B}" type="slidenum">
              <a:rPr lang="en-GB" smtClean="0"/>
              <a:t>7</a:t>
            </a:fld>
            <a:endParaRPr lang="en-GB"/>
          </a:p>
        </p:txBody>
      </p:sp>
    </p:spTree>
    <p:extLst>
      <p:ext uri="{BB962C8B-B14F-4D97-AF65-F5344CB8AC3E}">
        <p14:creationId xmlns:p14="http://schemas.microsoft.com/office/powerpoint/2010/main" val="2132027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John feedback:</a:t>
            </a:r>
            <a:br>
              <a:rPr lang="en-GB"/>
            </a:br>
            <a:r>
              <a:rPr lang="en-GB" sz="1800">
                <a:effectLst/>
                <a:latin typeface="Calibri" panose="020F0502020204030204" pitchFamily="34" charset="0"/>
                <a:ea typeface="Calibri" panose="020F0502020204030204" pitchFamily="34" charset="0"/>
              </a:rPr>
              <a:t>We could adapt this to how the people we work with affect our success. Rather than making is “Leaders” why don’t we try and make it about how the experience of someone in an office can feed up to a decision maker or influencer.</a:t>
            </a:r>
          </a:p>
          <a:p>
            <a:endParaRPr lang="en-GB"/>
          </a:p>
        </p:txBody>
      </p:sp>
      <p:sp>
        <p:nvSpPr>
          <p:cNvPr id="4" name="Slide Number Placeholder 3"/>
          <p:cNvSpPr>
            <a:spLocks noGrp="1"/>
          </p:cNvSpPr>
          <p:nvPr>
            <p:ph type="sldNum" sz="quarter" idx="5"/>
          </p:nvPr>
        </p:nvSpPr>
        <p:spPr/>
        <p:txBody>
          <a:bodyPr/>
          <a:lstStyle/>
          <a:p>
            <a:fld id="{4A2C1E94-2003-4253-8090-A66A9332936B}" type="slidenum">
              <a:rPr lang="en-GB" smtClean="0"/>
              <a:t>9</a:t>
            </a:fld>
            <a:endParaRPr lang="en-GB"/>
          </a:p>
        </p:txBody>
      </p:sp>
    </p:spTree>
    <p:extLst>
      <p:ext uri="{BB962C8B-B14F-4D97-AF65-F5344CB8AC3E}">
        <p14:creationId xmlns:p14="http://schemas.microsoft.com/office/powerpoint/2010/main" val="576098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a:effectLst/>
                <a:latin typeface="Calibri" panose="020F0502020204030204" pitchFamily="34" charset="0"/>
                <a:ea typeface="Calibri" panose="020F0502020204030204" pitchFamily="34" charset="0"/>
              </a:rPr>
              <a:t>John Notes – this slide and Next:</a:t>
            </a:r>
            <a:br>
              <a:rPr lang="en-GB" sz="1800">
                <a:effectLst/>
                <a:latin typeface="Calibri" panose="020F0502020204030204" pitchFamily="34" charset="0"/>
                <a:ea typeface="Calibri" panose="020F0502020204030204" pitchFamily="34" charset="0"/>
              </a:rPr>
            </a:br>
            <a:r>
              <a:rPr lang="en-GB" sz="1800">
                <a:effectLst/>
                <a:latin typeface="Calibri" panose="020F0502020204030204" pitchFamily="34" charset="0"/>
                <a:ea typeface="Calibri" panose="020F0502020204030204" pitchFamily="34" charset="0"/>
              </a:rPr>
              <a:t>Add some examples that have technical issues</a:t>
            </a:r>
          </a:p>
          <a:p>
            <a:r>
              <a:rPr lang="en-GB" sz="1800">
                <a:effectLst/>
                <a:latin typeface="Calibri" panose="020F0502020204030204" pitchFamily="34" charset="0"/>
                <a:ea typeface="Calibri" panose="020F0502020204030204" pitchFamily="34" charset="0"/>
              </a:rPr>
              <a:t>How it goes wrong</a:t>
            </a:r>
          </a:p>
          <a:p>
            <a:r>
              <a:rPr lang="en-GB" sz="1800">
                <a:effectLst/>
                <a:latin typeface="Calibri" panose="020F0502020204030204" pitchFamily="34" charset="0"/>
                <a:ea typeface="Calibri" panose="020F0502020204030204" pitchFamily="34" charset="0"/>
              </a:rPr>
              <a:t>How to turn it around</a:t>
            </a:r>
          </a:p>
          <a:p>
            <a:endParaRPr lang="en-GB"/>
          </a:p>
        </p:txBody>
      </p:sp>
      <p:sp>
        <p:nvSpPr>
          <p:cNvPr id="4" name="Slide Number Placeholder 3"/>
          <p:cNvSpPr>
            <a:spLocks noGrp="1"/>
          </p:cNvSpPr>
          <p:nvPr>
            <p:ph type="sldNum" sz="quarter" idx="5"/>
          </p:nvPr>
        </p:nvSpPr>
        <p:spPr/>
        <p:txBody>
          <a:bodyPr/>
          <a:lstStyle/>
          <a:p>
            <a:fld id="{4A2C1E94-2003-4253-8090-A66A9332936B}" type="slidenum">
              <a:rPr lang="en-GB" smtClean="0"/>
              <a:t>12</a:t>
            </a:fld>
            <a:endParaRPr lang="en-GB"/>
          </a:p>
        </p:txBody>
      </p:sp>
    </p:spTree>
    <p:extLst>
      <p:ext uri="{BB962C8B-B14F-4D97-AF65-F5344CB8AC3E}">
        <p14:creationId xmlns:p14="http://schemas.microsoft.com/office/powerpoint/2010/main" val="17951097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John Notes:</a:t>
            </a:r>
            <a:br>
              <a:rPr lang="en-GB" dirty="0"/>
            </a:br>
            <a:r>
              <a:rPr lang="en-GB" sz="1800" dirty="0">
                <a:effectLst/>
                <a:latin typeface="Calibri" panose="020F0502020204030204" pitchFamily="34" charset="0"/>
                <a:ea typeface="Calibri" panose="020F0502020204030204" pitchFamily="34" charset="0"/>
              </a:rPr>
              <a:t>Help people understand their bias…Give them a way to reflect</a:t>
            </a:r>
          </a:p>
          <a:p>
            <a:pPr marL="342900" lvl="0" indent="-342900">
              <a:buFont typeface="Calibri" panose="020F0502020204030204" pitchFamily="34" charset="0"/>
              <a:buChar char="-"/>
            </a:pPr>
            <a:r>
              <a:rPr lang="en-GB" sz="1800" dirty="0">
                <a:effectLst/>
                <a:latin typeface="Calibri" panose="020F0502020204030204" pitchFamily="34" charset="0"/>
                <a:ea typeface="Times New Roman" panose="02020603050405020304" pitchFamily="18" charset="0"/>
              </a:rPr>
              <a:t>Outside of work they could examine how an element of customer care made them feel – At what point did they decide what the experience was like? What was the trigger?</a:t>
            </a:r>
            <a:endParaRPr lang="en-GB" sz="1800" dirty="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en-GB" sz="1800" dirty="0">
                <a:effectLst/>
                <a:latin typeface="Calibri" panose="020F0502020204030204" pitchFamily="34" charset="0"/>
                <a:ea typeface="Times New Roman" panose="02020603050405020304" pitchFamily="18" charset="0"/>
              </a:rPr>
              <a:t>Listen to each others calls at work, when you hear it one way, you can decide how you feel about the call</a:t>
            </a:r>
            <a:endParaRPr lang="en-GB" sz="1800" dirty="0">
              <a:effectLst/>
              <a:latin typeface="Calibri" panose="020F0502020204030204" pitchFamily="34" charset="0"/>
              <a:ea typeface="Calibri" panose="020F0502020204030204" pitchFamily="34" charset="0"/>
            </a:endParaRPr>
          </a:p>
          <a:p>
            <a:r>
              <a:rPr lang="en-GB" sz="1800" dirty="0">
                <a:effectLst/>
                <a:latin typeface="Calibri" panose="020F0502020204030204" pitchFamily="34" charset="0"/>
                <a:ea typeface="Calibri" panose="020F0502020204030204" pitchFamily="34" charset="0"/>
              </a:rPr>
              <a:t> </a:t>
            </a:r>
          </a:p>
          <a:p>
            <a:endParaRPr lang="en-GB" dirty="0"/>
          </a:p>
        </p:txBody>
      </p:sp>
      <p:sp>
        <p:nvSpPr>
          <p:cNvPr id="4" name="Slide Number Placeholder 3"/>
          <p:cNvSpPr>
            <a:spLocks noGrp="1"/>
          </p:cNvSpPr>
          <p:nvPr>
            <p:ph type="sldNum" sz="quarter" idx="5"/>
          </p:nvPr>
        </p:nvSpPr>
        <p:spPr/>
        <p:txBody>
          <a:bodyPr/>
          <a:lstStyle/>
          <a:p>
            <a:fld id="{4A2C1E94-2003-4253-8090-A66A9332936B}" type="slidenum">
              <a:rPr lang="en-GB" smtClean="0"/>
              <a:t>14</a:t>
            </a:fld>
            <a:endParaRPr lang="en-GB"/>
          </a:p>
        </p:txBody>
      </p:sp>
    </p:spTree>
    <p:extLst>
      <p:ext uri="{BB962C8B-B14F-4D97-AF65-F5344CB8AC3E}">
        <p14:creationId xmlns:p14="http://schemas.microsoft.com/office/powerpoint/2010/main" val="3979410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C6654B3F-5D8D-4E38-A2DE-801F8ADAC45E}" type="datetimeFigureOut">
              <a:rPr lang="en-GB" smtClean="0"/>
              <a:t>19/04/2023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20011331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6654B3F-5D8D-4E38-A2DE-801F8ADAC45E}" type="datetimeFigureOut">
              <a:rPr lang="en-GB" smtClean="0"/>
              <a:t>19/04/2023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613924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6654B3F-5D8D-4E38-A2DE-801F8ADAC45E}" type="datetimeFigureOut">
              <a:rPr lang="en-GB" smtClean="0"/>
              <a:t>19/04/2023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24546097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C6654B3F-5D8D-4E38-A2DE-801F8ADAC45E}" type="datetimeFigureOut">
              <a:rPr lang="en-GB" smtClean="0"/>
              <a:t>19/04/2023</a:t>
            </a:fld>
            <a:endParaRPr lang="en-GB"/>
          </a:p>
        </p:txBody>
      </p:sp>
      <p:sp>
        <p:nvSpPr>
          <p:cNvPr id="9" name="Footer Placeholder 8"/>
          <p:cNvSpPr>
            <a:spLocks noGrp="1"/>
          </p:cNvSpPr>
          <p:nvPr>
            <p:ph type="ftr" sz="quarter" idx="11"/>
          </p:nvPr>
        </p:nvSpPr>
        <p:spPr/>
        <p:txBody>
          <a:bodyPr/>
          <a:lstStyle/>
          <a:p>
            <a:endParaRPr lang="en-GB"/>
          </a:p>
        </p:txBody>
      </p:sp>
      <p:sp>
        <p:nvSpPr>
          <p:cNvPr id="10" name="Slide Number Placeholder 9"/>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66541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6654B3F-5D8D-4E38-A2DE-801F8ADAC45E}" type="datetimeFigureOut">
              <a:rPr lang="en-GB" smtClean="0"/>
              <a:t>19/04/2023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ADD7488-ADE9-4E19-926A-53E9E3B79501}" type="slidenum">
              <a:rPr lang="en-GB" smtClean="0"/>
              <a:t>‹#›</a:t>
            </a:fld>
            <a:endParaRPr lang="en-GB"/>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0516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654B3F-5D8D-4E38-A2DE-801F8ADAC45E}" type="datetimeFigureOut">
              <a:rPr lang="en-GB" smtClean="0"/>
              <a:t>19/04/2023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982653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654B3F-5D8D-4E38-A2DE-801F8ADAC45E}" type="datetimeFigureOut">
              <a:rPr lang="en-GB" smtClean="0"/>
              <a:t>19/04/2023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2721337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C6654B3F-5D8D-4E38-A2DE-801F8ADAC45E}" type="datetimeFigureOut">
              <a:rPr lang="en-GB" smtClean="0"/>
              <a:t>19/04/2023</a:t>
            </a:fld>
            <a:endParaRPr lang="en-GB"/>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B"/>
          </a:p>
        </p:txBody>
      </p:sp>
      <p:sp>
        <p:nvSpPr>
          <p:cNvPr id="11" name="Slide Number Placeholder 10"/>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671697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6654B3F-5D8D-4E38-A2DE-801F8ADAC45E}" type="datetimeFigureOut">
              <a:rPr lang="en-GB" smtClean="0"/>
              <a:t>19/04/2023</a:t>
            </a:fld>
            <a:endParaRPr lang="en-GB"/>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B"/>
          </a:p>
        </p:txBody>
      </p:sp>
      <p:sp>
        <p:nvSpPr>
          <p:cNvPr id="10" name="Slide Number Placeholder 9"/>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781396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654B3F-5D8D-4E38-A2DE-801F8ADAC45E}" type="datetimeFigureOut">
              <a:rPr lang="en-GB" smtClean="0"/>
              <a:t>19/04/2023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3262284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654B3F-5D8D-4E38-A2DE-801F8ADAC45E}" type="datetimeFigureOut">
              <a:rPr lang="en-GB" smtClean="0"/>
              <a:t>19/04/2023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ADD7488-ADE9-4E19-926A-53E9E3B79501}" type="slidenum">
              <a:rPr lang="en-GB" smtClean="0"/>
              <a:t>‹#›</a:t>
            </a:fld>
            <a:endParaRPr lang="en-GB"/>
          </a:p>
        </p:txBody>
      </p:sp>
    </p:spTree>
    <p:extLst>
      <p:ext uri="{BB962C8B-B14F-4D97-AF65-F5344CB8AC3E}">
        <p14:creationId xmlns:p14="http://schemas.microsoft.com/office/powerpoint/2010/main" val="1327736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C6654B3F-5D8D-4E38-A2DE-801F8ADAC45E}" type="datetimeFigureOut">
              <a:rPr lang="en-GB" smtClean="0"/>
              <a:t>19/04/2023</a:t>
            </a:fld>
            <a:endParaRPr lang="en-GB"/>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GB"/>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0ADD7488-ADE9-4E19-926A-53E9E3B79501}" type="slidenum">
              <a:rPr lang="en-GB" smtClean="0"/>
              <a:t>‹#›</a:t>
            </a:fld>
            <a:endParaRPr lang="en-GB"/>
          </a:p>
        </p:txBody>
      </p:sp>
    </p:spTree>
    <p:extLst>
      <p:ext uri="{BB962C8B-B14F-4D97-AF65-F5344CB8AC3E}">
        <p14:creationId xmlns:p14="http://schemas.microsoft.com/office/powerpoint/2010/main" val="41126762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microsoft.com/office/2018/10/relationships/comments" Target="../comments/modernComment_11A_1FA6D73D.xml"/><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21_3F56C563.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2A_4C053EA7.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05_E34DB6F6.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32_50EE6CDF.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microsoft.com/office/2018/10/relationships/comments" Target="../comments/modernComment_10A_2434E29A.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34_212BA00E.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68D508C-A317-451C-AB61-8A699E357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406"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0FC90E-B53A-DF66-F95C-FF552BA9BDF0}"/>
              </a:ext>
            </a:extLst>
          </p:cNvPr>
          <p:cNvSpPr>
            <a:spLocks noGrp="1"/>
          </p:cNvSpPr>
          <p:nvPr>
            <p:ph type="ctrTitle"/>
          </p:nvPr>
        </p:nvSpPr>
        <p:spPr>
          <a:xfrm>
            <a:off x="1600200" y="2567226"/>
            <a:ext cx="8991600" cy="1723549"/>
          </a:xfrm>
        </p:spPr>
        <p:txBody>
          <a:bodyPr>
            <a:normAutofit/>
          </a:bodyPr>
          <a:lstStyle/>
          <a:p>
            <a:r>
              <a:rPr lang="en-GB" sz="4000"/>
              <a:t>Empathy</a:t>
            </a:r>
          </a:p>
        </p:txBody>
      </p:sp>
      <p:sp>
        <p:nvSpPr>
          <p:cNvPr id="3" name="Subtitle 2">
            <a:extLst>
              <a:ext uri="{FF2B5EF4-FFF2-40B4-BE49-F238E27FC236}">
                <a16:creationId xmlns:a16="http://schemas.microsoft.com/office/drawing/2014/main" id="{835924D8-9EFE-8411-9E6F-A01A0C4E36C0}"/>
              </a:ext>
            </a:extLst>
          </p:cNvPr>
          <p:cNvSpPr>
            <a:spLocks noGrp="1"/>
          </p:cNvSpPr>
          <p:nvPr>
            <p:ph type="subTitle" idx="1"/>
          </p:nvPr>
        </p:nvSpPr>
        <p:spPr>
          <a:xfrm>
            <a:off x="6579219" y="5583044"/>
            <a:ext cx="3995955" cy="653164"/>
          </a:xfrm>
        </p:spPr>
        <p:txBody>
          <a:bodyPr>
            <a:normAutofit/>
          </a:bodyPr>
          <a:lstStyle/>
          <a:p>
            <a:pPr algn="r"/>
            <a:r>
              <a:rPr lang="en-GB">
                <a:solidFill>
                  <a:srgbClr val="FFFFFF"/>
                </a:solidFill>
              </a:rPr>
              <a:t>By: Peter Opeyemi James</a:t>
            </a:r>
          </a:p>
        </p:txBody>
      </p:sp>
    </p:spTree>
    <p:extLst>
      <p:ext uri="{BB962C8B-B14F-4D97-AF65-F5344CB8AC3E}">
        <p14:creationId xmlns:p14="http://schemas.microsoft.com/office/powerpoint/2010/main" val="374490313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par>
                          <p:cTn id="8" fill="hold">
                            <p:stCondLst>
                              <p:cond delay="2600"/>
                            </p:stCondLst>
                            <p:childTnLst>
                              <p:par>
                                <p:cTn id="9" presetID="10" presetClass="entr" presetSubtype="0" fill="hold" grpId="0" nodeType="afterEffect">
                                  <p:stCondLst>
                                    <p:cond delay="0"/>
                                  </p:stCondLst>
                                  <p:iterate type="wd">
                                    <p:tmPct val="15000"/>
                                  </p:iterate>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0">
            <a:extLst>
              <a:ext uri="{FF2B5EF4-FFF2-40B4-BE49-F238E27FC236}">
                <a16:creationId xmlns:a16="http://schemas.microsoft.com/office/drawing/2014/main" id="{0AF33C27-9C85-4B30-9AD7-879D48AFE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2">
            <a:extLst>
              <a:ext uri="{FF2B5EF4-FFF2-40B4-BE49-F238E27FC236}">
                <a16:creationId xmlns:a16="http://schemas.microsoft.com/office/drawing/2014/main" id="{6D5089DD-882D-4413-B8BF-4798BFD84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FB893-53AB-A7DD-02B5-38C6ADADE695}"/>
              </a:ext>
            </a:extLst>
          </p:cNvPr>
          <p:cNvSpPr>
            <a:spLocks noGrp="1"/>
          </p:cNvSpPr>
          <p:nvPr>
            <p:ph type="title"/>
          </p:nvPr>
        </p:nvSpPr>
        <p:spPr>
          <a:xfrm>
            <a:off x="8181171" y="2681103"/>
            <a:ext cx="3363974" cy="1495794"/>
          </a:xfrm>
          <a:noFill/>
          <a:ln>
            <a:solidFill>
              <a:srgbClr val="FFFFFF"/>
            </a:solidFill>
          </a:ln>
        </p:spPr>
        <p:txBody>
          <a:bodyPr wrap="square">
            <a:normAutofit/>
          </a:bodyPr>
          <a:lstStyle/>
          <a:p>
            <a:r>
              <a:rPr lang="en-GB">
                <a:solidFill>
                  <a:srgbClr val="FFFFFF"/>
                </a:solidFill>
              </a:rPr>
              <a:t>Definitions</a:t>
            </a:r>
          </a:p>
        </p:txBody>
      </p:sp>
      <p:graphicFrame>
        <p:nvGraphicFramePr>
          <p:cNvPr id="5" name="Content Placeholder 2">
            <a:extLst>
              <a:ext uri="{FF2B5EF4-FFF2-40B4-BE49-F238E27FC236}">
                <a16:creationId xmlns:a16="http://schemas.microsoft.com/office/drawing/2014/main" id="{22A81330-F119-FC09-90CA-958AE18D7CEB}"/>
              </a:ext>
            </a:extLst>
          </p:cNvPr>
          <p:cNvGraphicFramePr>
            <a:graphicFrameLocks noGrp="1"/>
          </p:cNvGraphicFramePr>
          <p:nvPr>
            <p:ph idx="1"/>
            <p:extLst>
              <p:ext uri="{D42A27DB-BD31-4B8C-83A1-F6EECF244321}">
                <p14:modId xmlns:p14="http://schemas.microsoft.com/office/powerpoint/2010/main" val="2604880353"/>
              </p:ext>
            </p:extLst>
          </p:nvPr>
        </p:nvGraphicFramePr>
        <p:xfrm>
          <a:off x="920750" y="965200"/>
          <a:ext cx="5651500" cy="4968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991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graphicEl>
                                              <a:dgm id="{D8D170CB-B1DC-4F8B-8887-B3367C9818BD}"/>
                                            </p:graphicEl>
                                          </p:spTgt>
                                        </p:tgtEl>
                                        <p:attrNameLst>
                                          <p:attrName>style.visibility</p:attrName>
                                        </p:attrNameLst>
                                      </p:cBhvr>
                                      <p:to>
                                        <p:strVal val="visible"/>
                                      </p:to>
                                    </p:set>
                                    <p:animEffect transition="in" filter="fade">
                                      <p:cBhvr>
                                        <p:cTn id="7" dur="500"/>
                                        <p:tgtEl>
                                          <p:spTgt spid="5">
                                            <p:graphicEl>
                                              <a:dgm id="{D8D170CB-B1DC-4F8B-8887-B3367C9818BD}"/>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graphicEl>
                                              <a:dgm id="{0CC95E8B-CE24-42E8-96F0-EB5228B54598}"/>
                                            </p:graphicEl>
                                          </p:spTgt>
                                        </p:tgtEl>
                                        <p:attrNameLst>
                                          <p:attrName>style.visibility</p:attrName>
                                        </p:attrNameLst>
                                      </p:cBhvr>
                                      <p:to>
                                        <p:strVal val="visible"/>
                                      </p:to>
                                    </p:set>
                                    <p:animEffect transition="in" filter="fade">
                                      <p:cBhvr>
                                        <p:cTn id="10" dur="500"/>
                                        <p:tgtEl>
                                          <p:spTgt spid="5">
                                            <p:graphicEl>
                                              <a:dgm id="{0CC95E8B-CE24-42E8-96F0-EB5228B54598}"/>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graphicEl>
                                              <a:dgm id="{BC819D58-7745-4086-AC32-8D4F18301CB9}"/>
                                            </p:graphicEl>
                                          </p:spTgt>
                                        </p:tgtEl>
                                        <p:attrNameLst>
                                          <p:attrName>style.visibility</p:attrName>
                                        </p:attrNameLst>
                                      </p:cBhvr>
                                      <p:to>
                                        <p:strVal val="visible"/>
                                      </p:to>
                                    </p:set>
                                    <p:animEffect transition="in" filter="fade">
                                      <p:cBhvr>
                                        <p:cTn id="13" dur="500"/>
                                        <p:tgtEl>
                                          <p:spTgt spid="5">
                                            <p:graphicEl>
                                              <a:dgm id="{BC819D58-7745-4086-AC32-8D4F18301CB9}"/>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graphicEl>
                                              <a:dgm id="{6B35AEBE-5772-4141-84EE-C57C9052896E}"/>
                                            </p:graphicEl>
                                          </p:spTgt>
                                        </p:tgtEl>
                                        <p:attrNameLst>
                                          <p:attrName>style.visibility</p:attrName>
                                        </p:attrNameLst>
                                      </p:cBhvr>
                                      <p:to>
                                        <p:strVal val="visible"/>
                                      </p:to>
                                    </p:set>
                                    <p:animEffect transition="in" filter="fade">
                                      <p:cBhvr>
                                        <p:cTn id="18" dur="500"/>
                                        <p:tgtEl>
                                          <p:spTgt spid="5">
                                            <p:graphicEl>
                                              <a:dgm id="{6B35AEBE-5772-4141-84EE-C57C9052896E}"/>
                                            </p:graphic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graphicEl>
                                              <a:dgm id="{9EB4B293-6765-4072-B299-6663F9AC6F34}"/>
                                            </p:graphicEl>
                                          </p:spTgt>
                                        </p:tgtEl>
                                        <p:attrNameLst>
                                          <p:attrName>style.visibility</p:attrName>
                                        </p:attrNameLst>
                                      </p:cBhvr>
                                      <p:to>
                                        <p:strVal val="visible"/>
                                      </p:to>
                                    </p:set>
                                    <p:animEffect transition="in" filter="fade">
                                      <p:cBhvr>
                                        <p:cTn id="21" dur="500"/>
                                        <p:tgtEl>
                                          <p:spTgt spid="5">
                                            <p:graphicEl>
                                              <a:dgm id="{9EB4B293-6765-4072-B299-6663F9AC6F34}"/>
                                            </p:graphic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graphicEl>
                                              <a:dgm id="{EA4631F0-5D45-42AB-AD44-88C341BF8C36}"/>
                                            </p:graphicEl>
                                          </p:spTgt>
                                        </p:tgtEl>
                                        <p:attrNameLst>
                                          <p:attrName>style.visibility</p:attrName>
                                        </p:attrNameLst>
                                      </p:cBhvr>
                                      <p:to>
                                        <p:strVal val="visible"/>
                                      </p:to>
                                    </p:set>
                                    <p:animEffect transition="in" filter="fade">
                                      <p:cBhvr>
                                        <p:cTn id="24" dur="500"/>
                                        <p:tgtEl>
                                          <p:spTgt spid="5">
                                            <p:graphicEl>
                                              <a:dgm id="{EA4631F0-5D45-42AB-AD44-88C341BF8C36}"/>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AF33C27-9C85-4B30-9AD7-879D48AFE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D5089DD-882D-4413-B8BF-4798BFD84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8181171" y="1940767"/>
            <a:ext cx="3363974" cy="2827176"/>
          </a:xfrm>
          <a:prstGeom prst="ellipse">
            <a:avLst/>
          </a:prstGeom>
          <a:noFill/>
          <a:ln>
            <a:solidFill>
              <a:srgbClr val="FFFFFF"/>
            </a:solidFill>
          </a:ln>
        </p:spPr>
        <p:txBody>
          <a:bodyPr wrap="square">
            <a:normAutofit/>
          </a:bodyPr>
          <a:lstStyle/>
          <a:p>
            <a:r>
              <a:rPr lang="en-GB" sz="2200">
                <a:solidFill>
                  <a:srgbClr val="FFFFFF"/>
                </a:solidFill>
              </a:rPr>
              <a:t>WHERE ARE WE TODAY?</a:t>
            </a:r>
          </a:p>
        </p:txBody>
      </p:sp>
      <p:graphicFrame>
        <p:nvGraphicFramePr>
          <p:cNvPr id="9" name="Content Placeholder 2">
            <a:extLst>
              <a:ext uri="{FF2B5EF4-FFF2-40B4-BE49-F238E27FC236}">
                <a16:creationId xmlns:a16="http://schemas.microsoft.com/office/drawing/2014/main" id="{2B66547D-806F-9F68-FB9A-46C1FA0AF1F1}"/>
              </a:ext>
            </a:extLst>
          </p:cNvPr>
          <p:cNvGraphicFramePr>
            <a:graphicFrameLocks noGrp="1"/>
          </p:cNvGraphicFramePr>
          <p:nvPr>
            <p:ph idx="1"/>
            <p:extLst>
              <p:ext uri="{D42A27DB-BD31-4B8C-83A1-F6EECF244321}">
                <p14:modId xmlns:p14="http://schemas.microsoft.com/office/powerpoint/2010/main" val="2524683278"/>
              </p:ext>
            </p:extLst>
          </p:nvPr>
        </p:nvGraphicFramePr>
        <p:xfrm>
          <a:off x="920750" y="965200"/>
          <a:ext cx="5651500" cy="49688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3102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graphicEl>
                                              <a:dgm id="{919DB8B7-C43B-40C2-92BE-69433A2DCF08}"/>
                                            </p:graphicEl>
                                          </p:spTgt>
                                        </p:tgtEl>
                                        <p:attrNameLst>
                                          <p:attrName>style.visibility</p:attrName>
                                        </p:attrNameLst>
                                      </p:cBhvr>
                                      <p:to>
                                        <p:strVal val="visible"/>
                                      </p:to>
                                    </p:set>
                                    <p:animEffect transition="in" filter="fade">
                                      <p:cBhvr>
                                        <p:cTn id="7" dur="500"/>
                                        <p:tgtEl>
                                          <p:spTgt spid="9">
                                            <p:graphicEl>
                                              <a:dgm id="{919DB8B7-C43B-40C2-92BE-69433A2DCF08}"/>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graphicEl>
                                              <a:dgm id="{F160036D-408F-4820-9FD2-E89B7D6335A1}"/>
                                            </p:graphicEl>
                                          </p:spTgt>
                                        </p:tgtEl>
                                        <p:attrNameLst>
                                          <p:attrName>style.visibility</p:attrName>
                                        </p:attrNameLst>
                                      </p:cBhvr>
                                      <p:to>
                                        <p:strVal val="visible"/>
                                      </p:to>
                                    </p:set>
                                    <p:animEffect transition="in" filter="fade">
                                      <p:cBhvr>
                                        <p:cTn id="12" dur="500"/>
                                        <p:tgtEl>
                                          <p:spTgt spid="9">
                                            <p:graphicEl>
                                              <a:dgm id="{F160036D-408F-4820-9FD2-E89B7D6335A1}"/>
                                            </p:graphic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graphicEl>
                                              <a:dgm id="{7371C6CC-9D62-4B7A-A4E5-BE696C5096E3}"/>
                                            </p:graphicEl>
                                          </p:spTgt>
                                        </p:tgtEl>
                                        <p:attrNameLst>
                                          <p:attrName>style.visibility</p:attrName>
                                        </p:attrNameLst>
                                      </p:cBhvr>
                                      <p:to>
                                        <p:strVal val="visible"/>
                                      </p:to>
                                    </p:set>
                                    <p:animEffect transition="in" filter="fade">
                                      <p:cBhvr>
                                        <p:cTn id="15" dur="500"/>
                                        <p:tgtEl>
                                          <p:spTgt spid="9">
                                            <p:graphicEl>
                                              <a:dgm id="{7371C6CC-9D62-4B7A-A4E5-BE696C5096E3}"/>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graphicEl>
                                              <a:dgm id="{31D58A1A-F71B-4C10-971F-0B2C4C900BE1}"/>
                                            </p:graphicEl>
                                          </p:spTgt>
                                        </p:tgtEl>
                                        <p:attrNameLst>
                                          <p:attrName>style.visibility</p:attrName>
                                        </p:attrNameLst>
                                      </p:cBhvr>
                                      <p:to>
                                        <p:strVal val="visible"/>
                                      </p:to>
                                    </p:set>
                                    <p:animEffect transition="in" filter="fade">
                                      <p:cBhvr>
                                        <p:cTn id="20" dur="500"/>
                                        <p:tgtEl>
                                          <p:spTgt spid="9">
                                            <p:graphicEl>
                                              <a:dgm id="{31D58A1A-F71B-4C10-971F-0B2C4C900BE1}"/>
                                            </p:graphic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graphicEl>
                                              <a:dgm id="{EB129960-AD12-4608-9579-1733CF3DD14B}"/>
                                            </p:graphicEl>
                                          </p:spTgt>
                                        </p:tgtEl>
                                        <p:attrNameLst>
                                          <p:attrName>style.visibility</p:attrName>
                                        </p:attrNameLst>
                                      </p:cBhvr>
                                      <p:to>
                                        <p:strVal val="visible"/>
                                      </p:to>
                                    </p:set>
                                    <p:animEffect transition="in" filter="fade">
                                      <p:cBhvr>
                                        <p:cTn id="23" dur="500"/>
                                        <p:tgtEl>
                                          <p:spTgt spid="9">
                                            <p:graphicEl>
                                              <a:dgm id="{EB129960-AD12-4608-9579-1733CF3DD14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one"/>
        </p:bldSub>
      </p:bldGraphic>
    </p:bldLst>
  </p:timing>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pPr algn="l"/>
            <a:r>
              <a:rPr lang="en-GB" b="0" i="0">
                <a:solidFill>
                  <a:srgbClr val="252525"/>
                </a:solidFill>
                <a:effectLst/>
                <a:latin typeface="Avenir"/>
              </a:rPr>
              <a:t>Of 61,000 SKUs representing more than 12,000 new launches since 2011. 3 in 4 FMCG launches fail within a year. Those that succeed focus on “walking in the shoes of the consumer to uncover key demand-driven insights”.</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GB" sz="1200" b="1" i="0" kern="1200">
                <a:solidFill>
                  <a:srgbClr val="FFFFFF"/>
                </a:solidFill>
                <a:effectLst/>
                <a:latin typeface="+mn-lt"/>
                <a:ea typeface="+mn-ea"/>
                <a:cs typeface="+mn-cs"/>
              </a:rPr>
              <a:t>Empathy is Number ONE  rule for “new product innovation success”</a:t>
            </a:r>
            <a:br>
              <a:rPr lang="en-GB" sz="1200" b="1" i="0" kern="1200">
                <a:solidFill>
                  <a:srgbClr val="FFFFFF"/>
                </a:solidFill>
                <a:effectLst/>
                <a:latin typeface="+mn-lt"/>
                <a:ea typeface="+mn-ea"/>
                <a:cs typeface="+mn-cs"/>
              </a:rPr>
            </a:br>
            <a:r>
              <a:rPr lang="en-GB" sz="700" b="1" i="0" kern="1200">
                <a:solidFill>
                  <a:schemeClr val="tx1"/>
                </a:solidFill>
                <a:effectLst/>
                <a:latin typeface="+mn-lt"/>
                <a:ea typeface="+mn-ea"/>
                <a:cs typeface="+mn-cs"/>
              </a:rPr>
              <a:t>The Nielsen Breakthrough Innovation Report</a:t>
            </a:r>
            <a:endParaRPr lang="en-GB" sz="1200" b="1" i="0" kern="1200">
              <a:solidFill>
                <a:schemeClr val="tx1"/>
              </a:solidFill>
              <a:effectLst/>
              <a:latin typeface="+mn-lt"/>
              <a:ea typeface="+mn-ea"/>
              <a:cs typeface="+mn-cs"/>
            </a:endParaRPr>
          </a:p>
        </p:txBody>
      </p:sp>
    </p:spTree>
    <p:extLst>
      <p:ext uri="{BB962C8B-B14F-4D97-AF65-F5344CB8AC3E}">
        <p14:creationId xmlns:p14="http://schemas.microsoft.com/office/powerpoint/2010/main" val="1062651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pPr defTabSz="914400">
              <a:spcBef>
                <a:spcPts val="1000"/>
              </a:spcBef>
              <a:buClr>
                <a:schemeClr val="accent2"/>
              </a:buClr>
            </a:pPr>
            <a:r>
              <a:rPr lang="en-US" b="0" i="0">
                <a:solidFill>
                  <a:srgbClr val="404040"/>
                </a:solidFill>
                <a:effectLst/>
              </a:rPr>
              <a:t>A Korean study in the healthcare sector found that empathy improves patient satisfaction and compliance (adhering to treatment schedule). </a:t>
            </a:r>
          </a:p>
          <a:p>
            <a:pPr defTabSz="914400">
              <a:spcBef>
                <a:spcPts val="1000"/>
              </a:spcBef>
              <a:buClr>
                <a:schemeClr val="accent2"/>
              </a:buClr>
            </a:pPr>
            <a:r>
              <a:rPr lang="en-US" b="0" i="0">
                <a:solidFill>
                  <a:srgbClr val="404040"/>
                </a:solidFill>
                <a:effectLst/>
              </a:rPr>
              <a:t>Five hundred and fifty outpatients participated in the study. Physician empathy levels were linked to better information exchange, perceived expertise, interpersonal trust, and partnership. This resulted in higher patient satisfaction and better compliance.</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4859" y="1586484"/>
            <a:ext cx="3685032" cy="3685032"/>
          </a:xfrm>
          <a:prstGeom prst="ellipse">
            <a:avLst/>
          </a:prstGeom>
          <a:solidFill>
            <a:schemeClr val="accent2"/>
          </a:solidFill>
          <a:ln>
            <a:noFill/>
          </a:ln>
        </p:spPr>
        <p:txBody>
          <a:bodyPr vert="horz" lIns="182880" tIns="182880" rIns="182880" bIns="182880" rtlCol="0" anchor="ctr" anchorCtr="1">
            <a:normAutofit/>
          </a:bodyPr>
          <a:lstStyle/>
          <a:p>
            <a:r>
              <a:rPr lang="en-GB" sz="1800" b="1" i="0" kern="1200">
                <a:solidFill>
                  <a:srgbClr val="FFFFFF"/>
                </a:solidFill>
                <a:effectLst/>
                <a:latin typeface="+mn-lt"/>
                <a:ea typeface="+mn-ea"/>
                <a:cs typeface="+mn-cs"/>
              </a:rPr>
              <a:t>Empathy improves satisfaction</a:t>
            </a:r>
            <a:br>
              <a:rPr lang="en-GB" sz="1800" b="1" i="0" kern="1200">
                <a:solidFill>
                  <a:srgbClr val="FFFFFF"/>
                </a:solidFill>
                <a:effectLst/>
                <a:latin typeface="+mn-lt"/>
                <a:ea typeface="+mn-ea"/>
                <a:cs typeface="+mn-cs"/>
              </a:rPr>
            </a:br>
            <a:r>
              <a:rPr lang="en-GB" sz="1800" b="1" i="0" kern="1200">
                <a:solidFill>
                  <a:srgbClr val="FFFFFF"/>
                </a:solidFill>
                <a:effectLst/>
                <a:latin typeface="+mn-lt"/>
                <a:ea typeface="+mn-ea"/>
                <a:cs typeface="+mn-cs"/>
              </a:rPr>
              <a:t> </a:t>
            </a:r>
            <a:r>
              <a:rPr lang="en-GB" sz="900" b="1" i="0" kern="1200">
                <a:solidFill>
                  <a:schemeClr val="tx1"/>
                </a:solidFill>
                <a:effectLst/>
                <a:latin typeface="+mn-lt"/>
                <a:ea typeface="+mn-ea"/>
                <a:cs typeface="+mn-cs"/>
              </a:rPr>
              <a:t>Sung, Stan and Mark. 2004</a:t>
            </a:r>
            <a:br>
              <a:rPr lang="en-GB" sz="900" b="1" i="0" kern="1200">
                <a:solidFill>
                  <a:schemeClr val="tx1"/>
                </a:solidFill>
                <a:effectLst/>
                <a:latin typeface="+mn-lt"/>
                <a:ea typeface="+mn-ea"/>
                <a:cs typeface="+mn-cs"/>
              </a:rPr>
            </a:br>
            <a:endParaRPr lang="en-US" sz="1800" kern="1200" cap="all" spc="200" baseline="0">
              <a:solidFill>
                <a:srgbClr val="FFFFFF"/>
              </a:solidFill>
              <a:latin typeface="+mj-lt"/>
              <a:ea typeface="+mj-ea"/>
              <a:cs typeface="+mj-cs"/>
            </a:endParaRPr>
          </a:p>
        </p:txBody>
      </p:sp>
    </p:spTree>
    <p:extLst>
      <p:ext uri="{BB962C8B-B14F-4D97-AF65-F5344CB8AC3E}">
        <p14:creationId xmlns:p14="http://schemas.microsoft.com/office/powerpoint/2010/main" val="1275412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pPr algn="l"/>
            <a:r>
              <a:rPr lang="en-GB" b="0" i="0">
                <a:solidFill>
                  <a:srgbClr val="252525"/>
                </a:solidFill>
                <a:effectLst/>
                <a:latin typeface="Avenir"/>
              </a:rPr>
              <a:t>199 marketing executives completed an empathy psychometric test (the IRI – Interpersonal Reactivity Index) measuring their empathy levels both cognitively and emotionally. </a:t>
            </a:r>
            <a:endParaRPr lang="en-GB">
              <a:solidFill>
                <a:srgbClr val="252525"/>
              </a:solidFill>
              <a:latin typeface="Avenir"/>
            </a:endParaRPr>
          </a:p>
          <a:p>
            <a:pPr algn="l"/>
            <a:r>
              <a:rPr lang="en-GB" b="0" i="0">
                <a:solidFill>
                  <a:srgbClr val="252525"/>
                </a:solidFill>
                <a:effectLst/>
                <a:latin typeface="Avenir"/>
              </a:rPr>
              <a:t>The study found no differences between marketers and the general population. Only 30% of marketers were proficient in experiencing the world from someone else’s (i.e., the consumer’s) perspective.</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GB" sz="1600" b="1" i="0" kern="1200">
                <a:solidFill>
                  <a:srgbClr val="FFFFFF"/>
                </a:solidFill>
                <a:effectLst/>
                <a:latin typeface="+mn-lt"/>
                <a:ea typeface="+mn-ea"/>
                <a:cs typeface="+mn-cs"/>
              </a:rPr>
              <a:t>The empathy delusion in marketing</a:t>
            </a:r>
            <a:br>
              <a:rPr lang="en-GB" sz="1000" b="1" i="0" kern="1200">
                <a:solidFill>
                  <a:srgbClr val="FFFFFF"/>
                </a:solidFill>
                <a:effectLst/>
                <a:latin typeface="+mn-lt"/>
                <a:ea typeface="+mn-ea"/>
                <a:cs typeface="+mn-cs"/>
              </a:rPr>
            </a:br>
            <a:r>
              <a:rPr lang="en-GB" sz="700" b="1" i="0" kern="1200">
                <a:solidFill>
                  <a:schemeClr val="tx1"/>
                </a:solidFill>
                <a:effectLst/>
                <a:latin typeface="+mn-lt"/>
                <a:ea typeface="+mn-ea"/>
                <a:cs typeface="+mn-cs"/>
              </a:rPr>
              <a:t>Reach Solutions</a:t>
            </a:r>
            <a:endParaRPr lang="en-GB" sz="1000" b="1" i="0" kern="1200">
              <a:solidFill>
                <a:schemeClr val="tx1"/>
              </a:solidFill>
              <a:effectLst/>
              <a:latin typeface="+mn-lt"/>
              <a:ea typeface="+mn-ea"/>
              <a:cs typeface="+mn-cs"/>
            </a:endParaRPr>
          </a:p>
        </p:txBody>
      </p:sp>
    </p:spTree>
    <p:extLst>
      <p:ext uri="{BB962C8B-B14F-4D97-AF65-F5344CB8AC3E}">
        <p14:creationId xmlns:p14="http://schemas.microsoft.com/office/powerpoint/2010/main" val="328329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r>
              <a:rPr lang="en-GB"/>
              <a:t>By assessing whether people’s actual real-live experiences of brands matched marketing promises made by the brand.</a:t>
            </a:r>
          </a:p>
          <a:p>
            <a:endParaRPr lang="en-GB"/>
          </a:p>
          <a:p>
            <a:r>
              <a:rPr lang="en-GB"/>
              <a:t>They found that 18% of customers had stopped using a brand in the past 12 months because of the gap between marketing and experience. 32% believed the gap was overwhelming.  The gap represents a fundamental empathy deficit among brands who are out of touch with what if feels like to use the brand.</a:t>
            </a:r>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GB" sz="1600" b="1" i="0" kern="1200">
                <a:solidFill>
                  <a:srgbClr val="FFFFFF"/>
                </a:solidFill>
                <a:effectLst/>
                <a:latin typeface="+mn-lt"/>
                <a:ea typeface="+mn-ea"/>
                <a:cs typeface="+mn-cs"/>
              </a:rPr>
              <a:t>The empathy deficit in business costs the average brand over $300m lost in revenue every year </a:t>
            </a:r>
            <a:br>
              <a:rPr lang="en-GB" sz="1600" b="1" i="0" kern="1200">
                <a:solidFill>
                  <a:srgbClr val="FFFFFF"/>
                </a:solidFill>
                <a:effectLst/>
                <a:latin typeface="+mn-lt"/>
                <a:ea typeface="+mn-ea"/>
                <a:cs typeface="+mn-cs"/>
              </a:rPr>
            </a:br>
            <a:r>
              <a:rPr lang="en-GB" sz="700" b="1" i="0" kern="1200">
                <a:solidFill>
                  <a:schemeClr val="tx1"/>
                </a:solidFill>
                <a:effectLst/>
                <a:latin typeface="+mn-lt"/>
                <a:ea typeface="+mn-ea"/>
                <a:cs typeface="+mn-cs"/>
              </a:rPr>
              <a:t>M&amp;C Saatchi </a:t>
            </a:r>
            <a:endParaRPr lang="en-GB" sz="1100" b="1" i="0" kern="1200">
              <a:solidFill>
                <a:schemeClr val="tx1"/>
              </a:solidFill>
              <a:effectLst/>
              <a:latin typeface="+mn-lt"/>
              <a:ea typeface="+mn-ea"/>
              <a:cs typeface="+mn-cs"/>
            </a:endParaRPr>
          </a:p>
        </p:txBody>
      </p:sp>
    </p:spTree>
    <p:extLst>
      <p:ext uri="{BB962C8B-B14F-4D97-AF65-F5344CB8AC3E}">
        <p14:creationId xmlns:p14="http://schemas.microsoft.com/office/powerpoint/2010/main" val="2429606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8">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35610E4-24BA-794B-13CC-E7AD96313B36}"/>
              </a:ext>
            </a:extLst>
          </p:cNvPr>
          <p:cNvSpPr txBox="1"/>
          <p:nvPr/>
        </p:nvSpPr>
        <p:spPr>
          <a:xfrm>
            <a:off x="1316984" y="1283546"/>
            <a:ext cx="5715917" cy="3914063"/>
          </a:xfrm>
          <a:prstGeom prst="rect">
            <a:avLst/>
          </a:prstGeom>
        </p:spPr>
        <p:txBody>
          <a:bodyPr vert="horz" lIns="91440" tIns="45720" rIns="91440" bIns="45720" rtlCol="0" anchor="ctr">
            <a:normAutofit/>
          </a:bodyPr>
          <a:lstStyle/>
          <a:p>
            <a:endParaRPr lang="en-GB"/>
          </a:p>
        </p:txBody>
      </p:sp>
      <p:sp>
        <p:nvSpPr>
          <p:cNvPr id="21" name="Oval 20">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EDCBF3-D160-146A-0849-C81B6A283E09}"/>
              </a:ext>
            </a:extLst>
          </p:cNvPr>
          <p:cNvSpPr>
            <a:spLocks noGrp="1"/>
          </p:cNvSpPr>
          <p:nvPr>
            <p:ph type="title"/>
          </p:nvPr>
        </p:nvSpPr>
        <p:spPr>
          <a:xfrm>
            <a:off x="7720168" y="1586484"/>
            <a:ext cx="3685032" cy="3685032"/>
          </a:xfrm>
          <a:prstGeom prst="ellipse">
            <a:avLst/>
          </a:prstGeom>
          <a:solidFill>
            <a:schemeClr val="accent2"/>
          </a:solidFill>
          <a:ln>
            <a:noFill/>
          </a:ln>
        </p:spPr>
        <p:txBody>
          <a:bodyPr vert="horz" lIns="182880" tIns="182880" rIns="182880" bIns="182880" rtlCol="0" anchor="ctr" anchorCtr="1">
            <a:normAutofit/>
          </a:bodyPr>
          <a:lstStyle/>
          <a:p>
            <a:pPr marL="0" indent="0" algn="ctr">
              <a:buNone/>
            </a:pPr>
            <a:r>
              <a:rPr lang="en-US" sz="2000" b="1" i="0" kern="1200">
                <a:solidFill>
                  <a:srgbClr val="FFFFFF"/>
                </a:solidFill>
                <a:effectLst/>
                <a:latin typeface="+mn-lt"/>
                <a:ea typeface="+mn-ea"/>
                <a:cs typeface="+mn-cs"/>
              </a:rPr>
              <a:t>The empathy deficit and the 80:8 rule</a:t>
            </a:r>
            <a:r>
              <a:rPr lang="en-US" sz="1400" b="0" i="0" kern="1200">
                <a:solidFill>
                  <a:srgbClr val="FFFFFF"/>
                </a:solidFill>
                <a:effectLst/>
                <a:latin typeface="+mn-lt"/>
                <a:ea typeface="+mn-ea"/>
                <a:cs typeface="+mn-cs"/>
              </a:rPr>
              <a:t>. </a:t>
            </a:r>
            <a:br>
              <a:rPr lang="en-US" sz="1100" b="0" i="0" kern="1200">
                <a:solidFill>
                  <a:srgbClr val="FFFFFF"/>
                </a:solidFill>
                <a:effectLst/>
                <a:latin typeface="+mn-lt"/>
                <a:ea typeface="+mn-ea"/>
                <a:cs typeface="+mn-cs"/>
              </a:rPr>
            </a:br>
            <a:r>
              <a:rPr lang="en-US" sz="1000" kern="1200">
                <a:solidFill>
                  <a:schemeClr val="tx1"/>
                </a:solidFill>
                <a:latin typeface="+mn-lt"/>
                <a:ea typeface="+mn-ea"/>
                <a:cs typeface="+mn-cs"/>
              </a:rPr>
              <a:t>Bain and Company</a:t>
            </a:r>
            <a:endParaRPr lang="en-US" sz="1100" b="0" i="0" kern="1200">
              <a:solidFill>
                <a:schemeClr val="tx1"/>
              </a:solidFill>
              <a:effectLst/>
              <a:latin typeface="+mn-lt"/>
              <a:ea typeface="+mn-ea"/>
              <a:cs typeface="+mn-cs"/>
            </a:endParaRPr>
          </a:p>
        </p:txBody>
      </p:sp>
      <p:pic>
        <p:nvPicPr>
          <p:cNvPr id="3" name="Picture 2">
            <a:extLst>
              <a:ext uri="{FF2B5EF4-FFF2-40B4-BE49-F238E27FC236}">
                <a16:creationId xmlns:a16="http://schemas.microsoft.com/office/drawing/2014/main" id="{795BEAB3-4A8D-F2D5-F6D4-7F14E5B62F69}"/>
              </a:ext>
            </a:extLst>
          </p:cNvPr>
          <p:cNvPicPr>
            <a:picLocks noChangeAspect="1"/>
          </p:cNvPicPr>
          <p:nvPr/>
        </p:nvPicPr>
        <p:blipFill>
          <a:blip r:embed="rId2"/>
          <a:stretch>
            <a:fillRect/>
          </a:stretch>
        </p:blipFill>
        <p:spPr>
          <a:xfrm>
            <a:off x="1727589" y="1210792"/>
            <a:ext cx="3779550" cy="3986817"/>
          </a:xfrm>
          <a:prstGeom prst="rect">
            <a:avLst/>
          </a:prstGeom>
        </p:spPr>
      </p:pic>
    </p:spTree>
    <p:extLst>
      <p:ext uri="{BB962C8B-B14F-4D97-AF65-F5344CB8AC3E}">
        <p14:creationId xmlns:p14="http://schemas.microsoft.com/office/powerpoint/2010/main" val="254755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iterate type="wd">
                                    <p:tmPct val="10000"/>
                                  </p:iterate>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11">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3">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0811CA-310A-B539-DE64-1EE10F7682C0}"/>
              </a:ext>
            </a:extLst>
          </p:cNvPr>
          <p:cNvSpPr>
            <a:spLocks noGrp="1"/>
          </p:cNvSpPr>
          <p:nvPr>
            <p:ph type="title"/>
          </p:nvPr>
        </p:nvSpPr>
        <p:spPr>
          <a:xfrm>
            <a:off x="643467" y="2681103"/>
            <a:ext cx="3363974" cy="1495794"/>
          </a:xfrm>
          <a:noFill/>
          <a:ln>
            <a:solidFill>
              <a:schemeClr val="bg1"/>
            </a:solidFill>
          </a:ln>
        </p:spPr>
        <p:txBody>
          <a:bodyPr wrap="square">
            <a:normAutofit/>
          </a:bodyPr>
          <a:lstStyle/>
          <a:p>
            <a:r>
              <a:rPr lang="en-GB" sz="2000">
                <a:solidFill>
                  <a:schemeClr val="bg1"/>
                </a:solidFill>
              </a:rPr>
              <a:t>HOW EMPATHY CONTRIBUTES TO POSITIVE OUTCOMES</a:t>
            </a:r>
            <a:br>
              <a:rPr lang="en-GB" sz="2000">
                <a:solidFill>
                  <a:schemeClr val="bg1"/>
                </a:solidFill>
              </a:rPr>
            </a:br>
            <a:r>
              <a:rPr lang="en-GB" sz="2000" i="1">
                <a:solidFill>
                  <a:schemeClr val="bg1"/>
                </a:solidFill>
              </a:rPr>
              <a:t>(Forbes)</a:t>
            </a:r>
          </a:p>
        </p:txBody>
      </p:sp>
      <p:graphicFrame>
        <p:nvGraphicFramePr>
          <p:cNvPr id="7" name="Diagram 6">
            <a:extLst>
              <a:ext uri="{FF2B5EF4-FFF2-40B4-BE49-F238E27FC236}">
                <a16:creationId xmlns:a16="http://schemas.microsoft.com/office/drawing/2014/main" id="{888532A3-F031-F3DC-E4E7-A2F17C789053}"/>
              </a:ext>
            </a:extLst>
          </p:cNvPr>
          <p:cNvGraphicFramePr/>
          <p:nvPr>
            <p:extLst>
              <p:ext uri="{D42A27DB-BD31-4B8C-83A1-F6EECF244321}">
                <p14:modId xmlns:p14="http://schemas.microsoft.com/office/powerpoint/2010/main" val="655214085"/>
              </p:ext>
            </p:extLst>
          </p:nvPr>
        </p:nvGraphicFramePr>
        <p:xfrm>
          <a:off x="5619750" y="965200"/>
          <a:ext cx="560705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9682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7">
                                            <p:graphicEl>
                                              <a:dgm id="{26437430-35CC-407F-83D6-E2492AEC98A7}"/>
                                            </p:graphicEl>
                                          </p:spTgt>
                                        </p:tgtEl>
                                        <p:attrNameLst>
                                          <p:attrName>style.visibility</p:attrName>
                                        </p:attrNameLst>
                                      </p:cBhvr>
                                      <p:to>
                                        <p:strVal val="visible"/>
                                      </p:to>
                                    </p:set>
                                    <p:animEffect transition="in" filter="fade">
                                      <p:cBhvr>
                                        <p:cTn id="12" dur="500"/>
                                        <p:tgtEl>
                                          <p:spTgt spid="7">
                                            <p:graphicEl>
                                              <a:dgm id="{26437430-35CC-407F-83D6-E2492AEC98A7}"/>
                                            </p:graphicEl>
                                          </p:spTgt>
                                        </p:tgtEl>
                                      </p:cBhvr>
                                    </p:animEffect>
                                  </p:childTnLst>
                                </p:cTn>
                              </p:par>
                              <p:par>
                                <p:cTn id="13" presetID="10" presetClass="entr" presetSubtype="0" fill="hold" grpId="0" nodeType="withEffect">
                                  <p:stCondLst>
                                    <p:cond delay="0"/>
                                  </p:stCondLst>
                                  <p:iterate type="wd">
                                    <p:tmPct val="10000"/>
                                  </p:iterate>
                                  <p:childTnLst>
                                    <p:set>
                                      <p:cBhvr>
                                        <p:cTn id="14" dur="1" fill="hold">
                                          <p:stCondLst>
                                            <p:cond delay="0"/>
                                          </p:stCondLst>
                                        </p:cTn>
                                        <p:tgtEl>
                                          <p:spTgt spid="7">
                                            <p:graphicEl>
                                              <a:dgm id="{8128A72C-F611-452A-8676-1D91D0882071}"/>
                                            </p:graphicEl>
                                          </p:spTgt>
                                        </p:tgtEl>
                                        <p:attrNameLst>
                                          <p:attrName>style.visibility</p:attrName>
                                        </p:attrNameLst>
                                      </p:cBhvr>
                                      <p:to>
                                        <p:strVal val="visible"/>
                                      </p:to>
                                    </p:set>
                                    <p:animEffect transition="in" filter="fade">
                                      <p:cBhvr>
                                        <p:cTn id="15" dur="500"/>
                                        <p:tgtEl>
                                          <p:spTgt spid="7">
                                            <p:graphicEl>
                                              <a:dgm id="{8128A72C-F611-452A-8676-1D91D0882071}"/>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iterate type="wd">
                                    <p:tmPct val="10000"/>
                                  </p:iterate>
                                  <p:childTnLst>
                                    <p:set>
                                      <p:cBhvr>
                                        <p:cTn id="19" dur="1" fill="hold">
                                          <p:stCondLst>
                                            <p:cond delay="0"/>
                                          </p:stCondLst>
                                        </p:cTn>
                                        <p:tgtEl>
                                          <p:spTgt spid="7">
                                            <p:graphicEl>
                                              <a:dgm id="{FC59A759-6F92-4DC4-A0DA-008B29024F0E}"/>
                                            </p:graphicEl>
                                          </p:spTgt>
                                        </p:tgtEl>
                                        <p:attrNameLst>
                                          <p:attrName>style.visibility</p:attrName>
                                        </p:attrNameLst>
                                      </p:cBhvr>
                                      <p:to>
                                        <p:strVal val="visible"/>
                                      </p:to>
                                    </p:set>
                                    <p:animEffect transition="in" filter="fade">
                                      <p:cBhvr>
                                        <p:cTn id="20" dur="500"/>
                                        <p:tgtEl>
                                          <p:spTgt spid="7">
                                            <p:graphicEl>
                                              <a:dgm id="{FC59A759-6F92-4DC4-A0DA-008B29024F0E}"/>
                                            </p:graphicEl>
                                          </p:spTgt>
                                        </p:tgtEl>
                                      </p:cBhvr>
                                    </p:animEffect>
                                  </p:childTnLst>
                                </p:cTn>
                              </p:par>
                              <p:par>
                                <p:cTn id="21" presetID="10" presetClass="entr" presetSubtype="0" fill="hold" grpId="0" nodeType="withEffect">
                                  <p:stCondLst>
                                    <p:cond delay="0"/>
                                  </p:stCondLst>
                                  <p:iterate type="wd">
                                    <p:tmPct val="10000"/>
                                  </p:iterate>
                                  <p:childTnLst>
                                    <p:set>
                                      <p:cBhvr>
                                        <p:cTn id="22" dur="1" fill="hold">
                                          <p:stCondLst>
                                            <p:cond delay="0"/>
                                          </p:stCondLst>
                                        </p:cTn>
                                        <p:tgtEl>
                                          <p:spTgt spid="7">
                                            <p:graphicEl>
                                              <a:dgm id="{E82EDB79-FC32-4DCD-982D-57B3EE71C3E2}"/>
                                            </p:graphicEl>
                                          </p:spTgt>
                                        </p:tgtEl>
                                        <p:attrNameLst>
                                          <p:attrName>style.visibility</p:attrName>
                                        </p:attrNameLst>
                                      </p:cBhvr>
                                      <p:to>
                                        <p:strVal val="visible"/>
                                      </p:to>
                                    </p:set>
                                    <p:animEffect transition="in" filter="fade">
                                      <p:cBhvr>
                                        <p:cTn id="23" dur="500"/>
                                        <p:tgtEl>
                                          <p:spTgt spid="7">
                                            <p:graphicEl>
                                              <a:dgm id="{E82EDB79-FC32-4DCD-982D-57B3EE71C3E2}"/>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iterate type="wd">
                                    <p:tmPct val="10000"/>
                                  </p:iterate>
                                  <p:childTnLst>
                                    <p:set>
                                      <p:cBhvr>
                                        <p:cTn id="27" dur="1" fill="hold">
                                          <p:stCondLst>
                                            <p:cond delay="0"/>
                                          </p:stCondLst>
                                        </p:cTn>
                                        <p:tgtEl>
                                          <p:spTgt spid="7">
                                            <p:graphicEl>
                                              <a:dgm id="{1DE19126-9FF1-4E1C-B423-C86DB0E41D71}"/>
                                            </p:graphicEl>
                                          </p:spTgt>
                                        </p:tgtEl>
                                        <p:attrNameLst>
                                          <p:attrName>style.visibility</p:attrName>
                                        </p:attrNameLst>
                                      </p:cBhvr>
                                      <p:to>
                                        <p:strVal val="visible"/>
                                      </p:to>
                                    </p:set>
                                    <p:animEffect transition="in" filter="fade">
                                      <p:cBhvr>
                                        <p:cTn id="28" dur="500"/>
                                        <p:tgtEl>
                                          <p:spTgt spid="7">
                                            <p:graphicEl>
                                              <a:dgm id="{1DE19126-9FF1-4E1C-B423-C86DB0E41D71}"/>
                                            </p:graphicEl>
                                          </p:spTgt>
                                        </p:tgtEl>
                                      </p:cBhvr>
                                    </p:animEffect>
                                  </p:childTnLst>
                                </p:cTn>
                              </p:par>
                              <p:par>
                                <p:cTn id="29" presetID="10" presetClass="entr" presetSubtype="0" fill="hold" grpId="0" nodeType="withEffect">
                                  <p:stCondLst>
                                    <p:cond delay="0"/>
                                  </p:stCondLst>
                                  <p:iterate type="wd">
                                    <p:tmPct val="10000"/>
                                  </p:iterate>
                                  <p:childTnLst>
                                    <p:set>
                                      <p:cBhvr>
                                        <p:cTn id="30" dur="1" fill="hold">
                                          <p:stCondLst>
                                            <p:cond delay="0"/>
                                          </p:stCondLst>
                                        </p:cTn>
                                        <p:tgtEl>
                                          <p:spTgt spid="7">
                                            <p:graphicEl>
                                              <a:dgm id="{DE0FC2A7-747D-4BEB-BF81-8AD23BDC69DD}"/>
                                            </p:graphicEl>
                                          </p:spTgt>
                                        </p:tgtEl>
                                        <p:attrNameLst>
                                          <p:attrName>style.visibility</p:attrName>
                                        </p:attrNameLst>
                                      </p:cBhvr>
                                      <p:to>
                                        <p:strVal val="visible"/>
                                      </p:to>
                                    </p:set>
                                    <p:animEffect transition="in" filter="fade">
                                      <p:cBhvr>
                                        <p:cTn id="31" dur="500"/>
                                        <p:tgtEl>
                                          <p:spTgt spid="7">
                                            <p:graphicEl>
                                              <a:dgm id="{DE0FC2A7-747D-4BEB-BF81-8AD23BDC69DD}"/>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iterate type="wd">
                                    <p:tmPct val="10000"/>
                                  </p:iterate>
                                  <p:childTnLst>
                                    <p:set>
                                      <p:cBhvr>
                                        <p:cTn id="35" dur="1" fill="hold">
                                          <p:stCondLst>
                                            <p:cond delay="0"/>
                                          </p:stCondLst>
                                        </p:cTn>
                                        <p:tgtEl>
                                          <p:spTgt spid="7">
                                            <p:graphicEl>
                                              <a:dgm id="{4485E72D-01FB-4102-BEAB-BFF438D0321B}"/>
                                            </p:graphicEl>
                                          </p:spTgt>
                                        </p:tgtEl>
                                        <p:attrNameLst>
                                          <p:attrName>style.visibility</p:attrName>
                                        </p:attrNameLst>
                                      </p:cBhvr>
                                      <p:to>
                                        <p:strVal val="visible"/>
                                      </p:to>
                                    </p:set>
                                    <p:animEffect transition="in" filter="fade">
                                      <p:cBhvr>
                                        <p:cTn id="36" dur="500"/>
                                        <p:tgtEl>
                                          <p:spTgt spid="7">
                                            <p:graphicEl>
                                              <a:dgm id="{4485E72D-01FB-4102-BEAB-BFF438D0321B}"/>
                                            </p:graphicEl>
                                          </p:spTgt>
                                        </p:tgtEl>
                                      </p:cBhvr>
                                    </p:animEffect>
                                  </p:childTnLst>
                                </p:cTn>
                              </p:par>
                              <p:par>
                                <p:cTn id="37" presetID="10" presetClass="entr" presetSubtype="0" fill="hold" grpId="0" nodeType="withEffect">
                                  <p:stCondLst>
                                    <p:cond delay="0"/>
                                  </p:stCondLst>
                                  <p:iterate type="wd">
                                    <p:tmPct val="10000"/>
                                  </p:iterate>
                                  <p:childTnLst>
                                    <p:set>
                                      <p:cBhvr>
                                        <p:cTn id="38" dur="1" fill="hold">
                                          <p:stCondLst>
                                            <p:cond delay="0"/>
                                          </p:stCondLst>
                                        </p:cTn>
                                        <p:tgtEl>
                                          <p:spTgt spid="7">
                                            <p:graphicEl>
                                              <a:dgm id="{E191FD4E-73AC-43C5-AAD3-D5592B7EEA98}"/>
                                            </p:graphicEl>
                                          </p:spTgt>
                                        </p:tgtEl>
                                        <p:attrNameLst>
                                          <p:attrName>style.visibility</p:attrName>
                                        </p:attrNameLst>
                                      </p:cBhvr>
                                      <p:to>
                                        <p:strVal val="visible"/>
                                      </p:to>
                                    </p:set>
                                    <p:animEffect transition="in" filter="fade">
                                      <p:cBhvr>
                                        <p:cTn id="39" dur="500"/>
                                        <p:tgtEl>
                                          <p:spTgt spid="7">
                                            <p:graphicEl>
                                              <a:dgm id="{E191FD4E-73AC-43C5-AAD3-D5592B7EEA98}"/>
                                            </p:graphic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iterate type="wd">
                                    <p:tmPct val="10000"/>
                                  </p:iterate>
                                  <p:childTnLst>
                                    <p:set>
                                      <p:cBhvr>
                                        <p:cTn id="43" dur="1" fill="hold">
                                          <p:stCondLst>
                                            <p:cond delay="0"/>
                                          </p:stCondLst>
                                        </p:cTn>
                                        <p:tgtEl>
                                          <p:spTgt spid="7">
                                            <p:graphicEl>
                                              <a:dgm id="{9798B38B-BA81-4DFC-9C6D-00EB9FD1AA32}"/>
                                            </p:graphicEl>
                                          </p:spTgt>
                                        </p:tgtEl>
                                        <p:attrNameLst>
                                          <p:attrName>style.visibility</p:attrName>
                                        </p:attrNameLst>
                                      </p:cBhvr>
                                      <p:to>
                                        <p:strVal val="visible"/>
                                      </p:to>
                                    </p:set>
                                    <p:animEffect transition="in" filter="fade">
                                      <p:cBhvr>
                                        <p:cTn id="44" dur="500"/>
                                        <p:tgtEl>
                                          <p:spTgt spid="7">
                                            <p:graphicEl>
                                              <a:dgm id="{9798B38B-BA81-4DFC-9C6D-00EB9FD1AA32}"/>
                                            </p:graphicEl>
                                          </p:spTgt>
                                        </p:tgtEl>
                                      </p:cBhvr>
                                    </p:animEffect>
                                  </p:childTnLst>
                                </p:cTn>
                              </p:par>
                              <p:par>
                                <p:cTn id="45" presetID="10" presetClass="entr" presetSubtype="0" fill="hold" grpId="0" nodeType="withEffect">
                                  <p:stCondLst>
                                    <p:cond delay="0"/>
                                  </p:stCondLst>
                                  <p:iterate type="wd">
                                    <p:tmPct val="10000"/>
                                  </p:iterate>
                                  <p:childTnLst>
                                    <p:set>
                                      <p:cBhvr>
                                        <p:cTn id="46" dur="1" fill="hold">
                                          <p:stCondLst>
                                            <p:cond delay="0"/>
                                          </p:stCondLst>
                                        </p:cTn>
                                        <p:tgtEl>
                                          <p:spTgt spid="7">
                                            <p:graphicEl>
                                              <a:dgm id="{F3461717-3609-48B8-A90D-E584593E7D1C}"/>
                                            </p:graphicEl>
                                          </p:spTgt>
                                        </p:tgtEl>
                                        <p:attrNameLst>
                                          <p:attrName>style.visibility</p:attrName>
                                        </p:attrNameLst>
                                      </p:cBhvr>
                                      <p:to>
                                        <p:strVal val="visible"/>
                                      </p:to>
                                    </p:set>
                                    <p:animEffect transition="in" filter="fade">
                                      <p:cBhvr>
                                        <p:cTn id="47" dur="500"/>
                                        <p:tgtEl>
                                          <p:spTgt spid="7">
                                            <p:graphicEl>
                                              <a:dgm id="{F3461717-3609-48B8-A90D-E584593E7D1C}"/>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iterate type="wd">
                                    <p:tmPct val="10000"/>
                                  </p:iterate>
                                  <p:childTnLst>
                                    <p:set>
                                      <p:cBhvr>
                                        <p:cTn id="51" dur="1" fill="hold">
                                          <p:stCondLst>
                                            <p:cond delay="0"/>
                                          </p:stCondLst>
                                        </p:cTn>
                                        <p:tgtEl>
                                          <p:spTgt spid="7">
                                            <p:graphicEl>
                                              <a:dgm id="{06D2941C-BE6E-4435-8C75-A3A8D2CF5C4C}"/>
                                            </p:graphicEl>
                                          </p:spTgt>
                                        </p:tgtEl>
                                        <p:attrNameLst>
                                          <p:attrName>style.visibility</p:attrName>
                                        </p:attrNameLst>
                                      </p:cBhvr>
                                      <p:to>
                                        <p:strVal val="visible"/>
                                      </p:to>
                                    </p:set>
                                    <p:animEffect transition="in" filter="fade">
                                      <p:cBhvr>
                                        <p:cTn id="52" dur="500"/>
                                        <p:tgtEl>
                                          <p:spTgt spid="7">
                                            <p:graphicEl>
                                              <a:dgm id="{06D2941C-BE6E-4435-8C75-A3A8D2CF5C4C}"/>
                                            </p:graphicEl>
                                          </p:spTgt>
                                        </p:tgtEl>
                                      </p:cBhvr>
                                    </p:animEffect>
                                  </p:childTnLst>
                                </p:cTn>
                              </p:par>
                              <p:par>
                                <p:cTn id="53" presetID="10" presetClass="entr" presetSubtype="0" fill="hold" grpId="0" nodeType="withEffect">
                                  <p:stCondLst>
                                    <p:cond delay="0"/>
                                  </p:stCondLst>
                                  <p:iterate type="wd">
                                    <p:tmPct val="10000"/>
                                  </p:iterate>
                                  <p:childTnLst>
                                    <p:set>
                                      <p:cBhvr>
                                        <p:cTn id="54" dur="1" fill="hold">
                                          <p:stCondLst>
                                            <p:cond delay="0"/>
                                          </p:stCondLst>
                                        </p:cTn>
                                        <p:tgtEl>
                                          <p:spTgt spid="7">
                                            <p:graphicEl>
                                              <a:dgm id="{281E114F-16BA-4683-BB1C-05C2923C1EDE}"/>
                                            </p:graphicEl>
                                          </p:spTgt>
                                        </p:tgtEl>
                                        <p:attrNameLst>
                                          <p:attrName>style.visibility</p:attrName>
                                        </p:attrNameLst>
                                      </p:cBhvr>
                                      <p:to>
                                        <p:strVal val="visible"/>
                                      </p:to>
                                    </p:set>
                                    <p:animEffect transition="in" filter="fade">
                                      <p:cBhvr>
                                        <p:cTn id="55" dur="500"/>
                                        <p:tgtEl>
                                          <p:spTgt spid="7">
                                            <p:graphicEl>
                                              <a:dgm id="{281E114F-16BA-4683-BB1C-05C2923C1EDE}"/>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iterate type="wd">
                                    <p:tmPct val="10000"/>
                                  </p:iterate>
                                  <p:childTnLst>
                                    <p:set>
                                      <p:cBhvr>
                                        <p:cTn id="59" dur="1" fill="hold">
                                          <p:stCondLst>
                                            <p:cond delay="0"/>
                                          </p:stCondLst>
                                        </p:cTn>
                                        <p:tgtEl>
                                          <p:spTgt spid="7">
                                            <p:graphicEl>
                                              <a:dgm id="{0AC9FBA2-308D-4E44-99F0-8D3A0760FEC0}"/>
                                            </p:graphicEl>
                                          </p:spTgt>
                                        </p:tgtEl>
                                        <p:attrNameLst>
                                          <p:attrName>style.visibility</p:attrName>
                                        </p:attrNameLst>
                                      </p:cBhvr>
                                      <p:to>
                                        <p:strVal val="visible"/>
                                      </p:to>
                                    </p:set>
                                    <p:animEffect transition="in" filter="fade">
                                      <p:cBhvr>
                                        <p:cTn id="60" dur="500"/>
                                        <p:tgtEl>
                                          <p:spTgt spid="7">
                                            <p:graphicEl>
                                              <a:dgm id="{0AC9FBA2-308D-4E44-99F0-8D3A0760FEC0}"/>
                                            </p:graphicEl>
                                          </p:spTgt>
                                        </p:tgtEl>
                                      </p:cBhvr>
                                    </p:animEffect>
                                  </p:childTnLst>
                                </p:cTn>
                              </p:par>
                              <p:par>
                                <p:cTn id="61" presetID="10" presetClass="entr" presetSubtype="0" fill="hold" grpId="0" nodeType="withEffect">
                                  <p:stCondLst>
                                    <p:cond delay="0"/>
                                  </p:stCondLst>
                                  <p:iterate type="wd">
                                    <p:tmPct val="10000"/>
                                  </p:iterate>
                                  <p:childTnLst>
                                    <p:set>
                                      <p:cBhvr>
                                        <p:cTn id="62" dur="1" fill="hold">
                                          <p:stCondLst>
                                            <p:cond delay="0"/>
                                          </p:stCondLst>
                                        </p:cTn>
                                        <p:tgtEl>
                                          <p:spTgt spid="7">
                                            <p:graphicEl>
                                              <a:dgm id="{CD14FAB0-F27E-4751-8DC5-88D2ABADE1CE}"/>
                                            </p:graphicEl>
                                          </p:spTgt>
                                        </p:tgtEl>
                                        <p:attrNameLst>
                                          <p:attrName>style.visibility</p:attrName>
                                        </p:attrNameLst>
                                      </p:cBhvr>
                                      <p:to>
                                        <p:strVal val="visible"/>
                                      </p:to>
                                    </p:set>
                                    <p:animEffect transition="in" filter="fade">
                                      <p:cBhvr>
                                        <p:cTn id="63" dur="500"/>
                                        <p:tgtEl>
                                          <p:spTgt spid="7">
                                            <p:graphicEl>
                                              <a:dgm id="{CD14FAB0-F27E-4751-8DC5-88D2ABADE1CE}"/>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iterate type="wd">
                                    <p:tmPct val="10000"/>
                                  </p:iterate>
                                  <p:childTnLst>
                                    <p:set>
                                      <p:cBhvr>
                                        <p:cTn id="67" dur="1" fill="hold">
                                          <p:stCondLst>
                                            <p:cond delay="0"/>
                                          </p:stCondLst>
                                        </p:cTn>
                                        <p:tgtEl>
                                          <p:spTgt spid="7">
                                            <p:graphicEl>
                                              <a:dgm id="{CC448B56-83B4-4684-8422-101C49072478}"/>
                                            </p:graphicEl>
                                          </p:spTgt>
                                        </p:tgtEl>
                                        <p:attrNameLst>
                                          <p:attrName>style.visibility</p:attrName>
                                        </p:attrNameLst>
                                      </p:cBhvr>
                                      <p:to>
                                        <p:strVal val="visible"/>
                                      </p:to>
                                    </p:set>
                                    <p:animEffect transition="in" filter="fade">
                                      <p:cBhvr>
                                        <p:cTn id="68" dur="500"/>
                                        <p:tgtEl>
                                          <p:spTgt spid="7">
                                            <p:graphicEl>
                                              <a:dgm id="{CC448B56-83B4-4684-8422-101C49072478}"/>
                                            </p:graphicEl>
                                          </p:spTgt>
                                        </p:tgtEl>
                                      </p:cBhvr>
                                    </p:animEffect>
                                  </p:childTnLst>
                                </p:cTn>
                              </p:par>
                              <p:par>
                                <p:cTn id="69" presetID="10" presetClass="entr" presetSubtype="0" fill="hold" grpId="0" nodeType="withEffect">
                                  <p:stCondLst>
                                    <p:cond delay="0"/>
                                  </p:stCondLst>
                                  <p:iterate type="wd">
                                    <p:tmPct val="10000"/>
                                  </p:iterate>
                                  <p:childTnLst>
                                    <p:set>
                                      <p:cBhvr>
                                        <p:cTn id="70" dur="1" fill="hold">
                                          <p:stCondLst>
                                            <p:cond delay="0"/>
                                          </p:stCondLst>
                                        </p:cTn>
                                        <p:tgtEl>
                                          <p:spTgt spid="7">
                                            <p:graphicEl>
                                              <a:dgm id="{B64355F9-431B-4A82-BB3A-F8353F0F261F}"/>
                                            </p:graphicEl>
                                          </p:spTgt>
                                        </p:tgtEl>
                                        <p:attrNameLst>
                                          <p:attrName>style.visibility</p:attrName>
                                        </p:attrNameLst>
                                      </p:cBhvr>
                                      <p:to>
                                        <p:strVal val="visible"/>
                                      </p:to>
                                    </p:set>
                                    <p:animEffect transition="in" filter="fade">
                                      <p:cBhvr>
                                        <p:cTn id="71" dur="500"/>
                                        <p:tgtEl>
                                          <p:spTgt spid="7">
                                            <p:graphicEl>
                                              <a:dgm id="{B64355F9-431B-4A82-BB3A-F8353F0F261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7"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6" name="Rectangle 20">
            <a:extLst>
              <a:ext uri="{FF2B5EF4-FFF2-40B4-BE49-F238E27FC236}">
                <a16:creationId xmlns:a16="http://schemas.microsoft.com/office/drawing/2014/main" id="{CF4680D4-DEE2-49EE-AF90-EFEAF50AE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876939"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FFA53D-E301-EE6F-0160-CC2A99947713}"/>
              </a:ext>
            </a:extLst>
          </p:cNvPr>
          <p:cNvSpPr>
            <a:spLocks noGrp="1"/>
          </p:cNvSpPr>
          <p:nvPr>
            <p:ph type="title"/>
          </p:nvPr>
        </p:nvSpPr>
        <p:spPr>
          <a:xfrm>
            <a:off x="804671" y="1290025"/>
            <a:ext cx="5291327" cy="1188720"/>
          </a:xfrm>
          <a:solidFill>
            <a:srgbClr val="FFFFFF"/>
          </a:solidFill>
          <a:ln>
            <a:solidFill>
              <a:srgbClr val="404040"/>
            </a:solidFill>
          </a:ln>
        </p:spPr>
        <p:txBody>
          <a:bodyPr>
            <a:normAutofit/>
          </a:bodyPr>
          <a:lstStyle/>
          <a:p>
            <a:r>
              <a:rPr lang="en-GB" b="1" kern="1800">
                <a:effectLst/>
                <a:latin typeface="Arial" panose="020B0604020202020204" pitchFamily="34" charset="0"/>
                <a:ea typeface="Times New Roman" panose="02020603050405020304" pitchFamily="18" charset="0"/>
                <a:cs typeface="Times New Roman" panose="02020603050405020304" pitchFamily="18" charset="0"/>
              </a:rPr>
              <a:t>Empathy in Customer Service</a:t>
            </a:r>
            <a:endParaRPr lang="en-GB"/>
          </a:p>
        </p:txBody>
      </p:sp>
      <p:sp>
        <p:nvSpPr>
          <p:cNvPr id="3" name="Content Placeholder 2">
            <a:extLst>
              <a:ext uri="{FF2B5EF4-FFF2-40B4-BE49-F238E27FC236}">
                <a16:creationId xmlns:a16="http://schemas.microsoft.com/office/drawing/2014/main" id="{73AD2E29-49C0-CA3C-79F3-082E86E2583F}"/>
              </a:ext>
            </a:extLst>
          </p:cNvPr>
          <p:cNvSpPr>
            <a:spLocks noGrp="1"/>
          </p:cNvSpPr>
          <p:nvPr>
            <p:ph idx="1"/>
          </p:nvPr>
        </p:nvSpPr>
        <p:spPr>
          <a:xfrm>
            <a:off x="804671" y="2858703"/>
            <a:ext cx="5285791" cy="3042547"/>
          </a:xfrm>
        </p:spPr>
        <p:txBody>
          <a:bodyPr>
            <a:normAutofit/>
          </a:bodyPr>
          <a:lstStyle/>
          <a:p>
            <a:pPr>
              <a:spcAft>
                <a:spcPts val="800"/>
              </a:spcAft>
            </a:pPr>
            <a:endParaRPr lang="en-GB"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GB" kern="0">
                <a:solidFill>
                  <a:srgbClr val="FFFFFF"/>
                </a:solidFill>
                <a:effectLst/>
                <a:latin typeface="Merriweather" panose="00000500000000000000" pitchFamily="2" charset="0"/>
                <a:ea typeface="Times New Roman" panose="02020603050405020304" pitchFamily="18" charset="0"/>
                <a:cs typeface="Times New Roman" panose="02020603050405020304" pitchFamily="18" charset="0"/>
              </a:rPr>
              <a:t>In customer service, empathy is the ability to have a human interaction with a customer where you would intentionally put yourself in the customer’s shoes to understand their issue and find the best possible solution for your customers. Let’s look at an example of empathy in customer service for a better understanding.</a:t>
            </a:r>
            <a:endParaRPr lang="en-GB"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GB">
              <a:solidFill>
                <a:srgbClr val="FFFFFF"/>
              </a:solidFill>
            </a:endParaRPr>
          </a:p>
        </p:txBody>
      </p:sp>
      <p:sp>
        <p:nvSpPr>
          <p:cNvPr id="23" name="Rectangle 22">
            <a:extLst>
              <a:ext uri="{FF2B5EF4-FFF2-40B4-BE49-F238E27FC236}">
                <a16:creationId xmlns:a16="http://schemas.microsoft.com/office/drawing/2014/main" id="{50C52EE1-5085-4960-AD29-A926E62E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6" y="640080"/>
            <a:ext cx="4017264"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D15AA94-C237-4412-B37B-EB317D2B0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0772" y="806357"/>
            <a:ext cx="3685032"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7" descr="Call center">
            <a:extLst>
              <a:ext uri="{FF2B5EF4-FFF2-40B4-BE49-F238E27FC236}">
                <a16:creationId xmlns:a16="http://schemas.microsoft.com/office/drawing/2014/main" id="{5FB49D8E-2DBD-B7FE-6F4F-236FBA4FCD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65364" y="1592741"/>
            <a:ext cx="3355848" cy="3355848"/>
          </a:xfrm>
          <a:prstGeom prst="rect">
            <a:avLst/>
          </a:prstGeom>
        </p:spPr>
      </p:pic>
    </p:spTree>
    <p:extLst>
      <p:ext uri="{BB962C8B-B14F-4D97-AF65-F5344CB8AC3E}">
        <p14:creationId xmlns:p14="http://schemas.microsoft.com/office/powerpoint/2010/main" val="3813521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iterate type="wd">
                                    <p:tmPct val="10000"/>
                                  </p:iterate>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3" name="Rectangle 49">
            <a:extLst>
              <a:ext uri="{FF2B5EF4-FFF2-40B4-BE49-F238E27FC236}">
                <a16:creationId xmlns:a16="http://schemas.microsoft.com/office/drawing/2014/main" id="{BF8EF676-4603-4796-AE25-423133B23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5061" y="-2"/>
            <a:ext cx="6876939"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F0B4AB-4B17-6556-2B39-DE4BDA811139}"/>
              </a:ext>
            </a:extLst>
          </p:cNvPr>
          <p:cNvSpPr>
            <a:spLocks noGrp="1"/>
          </p:cNvSpPr>
          <p:nvPr>
            <p:ph type="title"/>
          </p:nvPr>
        </p:nvSpPr>
        <p:spPr>
          <a:xfrm>
            <a:off x="6107866" y="2426225"/>
            <a:ext cx="5291327" cy="1188720"/>
          </a:xfrm>
          <a:solidFill>
            <a:srgbClr val="FFFFFF"/>
          </a:solidFill>
          <a:ln>
            <a:solidFill>
              <a:srgbClr val="404040"/>
            </a:solidFill>
          </a:ln>
        </p:spPr>
        <p:txBody>
          <a:bodyPr vert="horz" lIns="274320" tIns="182880" rIns="274320" bIns="182880" rtlCol="0" anchorCtr="1">
            <a:normAutofit/>
          </a:bodyPr>
          <a:lstStyle/>
          <a:p>
            <a:r>
              <a:rPr lang="en-US"/>
              <a:t>Example </a:t>
            </a:r>
          </a:p>
        </p:txBody>
      </p:sp>
      <p:sp>
        <p:nvSpPr>
          <p:cNvPr id="52" name="Rectangle 51">
            <a:extLst>
              <a:ext uri="{FF2B5EF4-FFF2-40B4-BE49-F238E27FC236}">
                <a16:creationId xmlns:a16="http://schemas.microsoft.com/office/drawing/2014/main" id="{D6F5097A-7FDC-4B43-A2E4-FC428D8AC4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665" y="640080"/>
            <a:ext cx="4017264"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BB17DCE-94D1-4510-95BB-E4F639C92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9781" y="806357"/>
            <a:ext cx="3685032"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Text&#10;&#10;Description automatically generated">
            <a:extLst>
              <a:ext uri="{FF2B5EF4-FFF2-40B4-BE49-F238E27FC236}">
                <a16:creationId xmlns:a16="http://schemas.microsoft.com/office/drawing/2014/main" id="{E3B83ACD-9E2E-9EA5-7DD4-8A94B3018D3B}"/>
              </a:ext>
            </a:extLst>
          </p:cNvPr>
          <p:cNvPicPr>
            <a:picLocks noChangeAspect="1"/>
          </p:cNvPicPr>
          <p:nvPr/>
        </p:nvPicPr>
        <p:blipFill rotWithShape="1">
          <a:blip r:embed="rId3">
            <a:extLst>
              <a:ext uri="{28A0092B-C50C-407E-A947-70E740481C1C}">
                <a14:useLocalDpi xmlns:a14="http://schemas.microsoft.com/office/drawing/2010/main" val="0"/>
              </a:ext>
            </a:extLst>
          </a:blip>
          <a:srcRect l="2025" r="3679" b="2"/>
          <a:stretch/>
        </p:blipFill>
        <p:spPr>
          <a:xfrm>
            <a:off x="1149821" y="3261349"/>
            <a:ext cx="3044952" cy="2063834"/>
          </a:xfrm>
          <a:prstGeom prst="rect">
            <a:avLst/>
          </a:prstGeom>
        </p:spPr>
      </p:pic>
      <p:pic>
        <p:nvPicPr>
          <p:cNvPr id="4" name="Content Placeholder 3" descr="Text&#10;&#10;Description automatically generated">
            <a:extLst>
              <a:ext uri="{FF2B5EF4-FFF2-40B4-BE49-F238E27FC236}">
                <a16:creationId xmlns:a16="http://schemas.microsoft.com/office/drawing/2014/main" id="{072CBDF0-AF67-2176-E838-DE71BCA67C51}"/>
              </a:ext>
            </a:extLst>
          </p:cNvPr>
          <p:cNvPicPr>
            <a:picLocks noChangeAspect="1"/>
          </p:cNvPicPr>
          <p:nvPr/>
        </p:nvPicPr>
        <p:blipFill rotWithShape="1">
          <a:blip r:embed="rId4">
            <a:extLst>
              <a:ext uri="{28A0092B-C50C-407E-A947-70E740481C1C}">
                <a14:useLocalDpi xmlns:a14="http://schemas.microsoft.com/office/drawing/2010/main" val="0"/>
              </a:ext>
            </a:extLst>
          </a:blip>
          <a:srcRect l="2818" r="5724" b="-1"/>
          <a:stretch/>
        </p:blipFill>
        <p:spPr>
          <a:xfrm>
            <a:off x="1149821" y="956750"/>
            <a:ext cx="3044951" cy="2063835"/>
          </a:xfrm>
          <a:prstGeom prst="rect">
            <a:avLst/>
          </a:prstGeom>
        </p:spPr>
      </p:pic>
    </p:spTree>
    <p:extLst>
      <p:ext uri="{BB962C8B-B14F-4D97-AF65-F5344CB8AC3E}">
        <p14:creationId xmlns:p14="http://schemas.microsoft.com/office/powerpoint/2010/main" val="135780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AF33C27-9C85-4B30-9AD7-879D48AFE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6D5089DD-882D-4413-B8BF-4798BFD84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D716C-E1C3-0344-B0F3-4538A8C52A55}"/>
              </a:ext>
            </a:extLst>
          </p:cNvPr>
          <p:cNvSpPr>
            <a:spLocks noGrp="1"/>
          </p:cNvSpPr>
          <p:nvPr>
            <p:ph type="title"/>
          </p:nvPr>
        </p:nvSpPr>
        <p:spPr>
          <a:xfrm>
            <a:off x="8181171" y="2681103"/>
            <a:ext cx="3363974" cy="1495794"/>
          </a:xfrm>
          <a:noFill/>
          <a:ln>
            <a:solidFill>
              <a:srgbClr val="FFFFFF"/>
            </a:solidFill>
          </a:ln>
        </p:spPr>
        <p:txBody>
          <a:bodyPr wrap="square">
            <a:normAutofit/>
          </a:bodyPr>
          <a:lstStyle/>
          <a:p>
            <a:r>
              <a:rPr lang="en-GB" sz="1800" b="1" kern="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Why is empathy important in customer service?</a:t>
            </a:r>
            <a:br>
              <a:rPr lang="en-GB" sz="1800" kern="10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br>
            <a:endParaRPr lang="en-GB" sz="1800">
              <a:solidFill>
                <a:srgbClr val="FFFFFF"/>
              </a:solidFill>
            </a:endParaRPr>
          </a:p>
        </p:txBody>
      </p:sp>
      <p:graphicFrame>
        <p:nvGraphicFramePr>
          <p:cNvPr id="40" name="Content Placeholder 2">
            <a:extLst>
              <a:ext uri="{FF2B5EF4-FFF2-40B4-BE49-F238E27FC236}">
                <a16:creationId xmlns:a16="http://schemas.microsoft.com/office/drawing/2014/main" id="{11CC15A0-794F-AEFA-54BE-39059A9F2E40}"/>
              </a:ext>
            </a:extLst>
          </p:cNvPr>
          <p:cNvGraphicFramePr>
            <a:graphicFrameLocks noGrp="1"/>
          </p:cNvGraphicFramePr>
          <p:nvPr>
            <p:ph idx="1"/>
            <p:extLst>
              <p:ext uri="{D42A27DB-BD31-4B8C-83A1-F6EECF244321}">
                <p14:modId xmlns:p14="http://schemas.microsoft.com/office/powerpoint/2010/main" val="2787196773"/>
              </p:ext>
            </p:extLst>
          </p:nvPr>
        </p:nvGraphicFramePr>
        <p:xfrm>
          <a:off x="920750" y="965200"/>
          <a:ext cx="5651500" cy="4968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8291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40">
                                            <p:graphicEl>
                                              <a:dgm id="{CDC113EC-001C-45BF-A612-CDC2AA2A6D0B}"/>
                                            </p:graphicEl>
                                          </p:spTgt>
                                        </p:tgtEl>
                                        <p:attrNameLst>
                                          <p:attrName>style.visibility</p:attrName>
                                        </p:attrNameLst>
                                      </p:cBhvr>
                                      <p:to>
                                        <p:strVal val="visible"/>
                                      </p:to>
                                    </p:set>
                                    <p:animEffect transition="in" filter="fade">
                                      <p:cBhvr>
                                        <p:cTn id="12" dur="500"/>
                                        <p:tgtEl>
                                          <p:spTgt spid="40">
                                            <p:graphicEl>
                                              <a:dgm id="{CDC113EC-001C-45BF-A612-CDC2AA2A6D0B}"/>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40">
                                            <p:graphicEl>
                                              <a:dgm id="{5ED2E87E-FD5E-480A-A090-EC49E839FEE3}"/>
                                            </p:graphicEl>
                                          </p:spTgt>
                                        </p:tgtEl>
                                        <p:attrNameLst>
                                          <p:attrName>style.visibility</p:attrName>
                                        </p:attrNameLst>
                                      </p:cBhvr>
                                      <p:to>
                                        <p:strVal val="visible"/>
                                      </p:to>
                                    </p:set>
                                    <p:animEffect transition="in" filter="fade">
                                      <p:cBhvr>
                                        <p:cTn id="17" dur="500"/>
                                        <p:tgtEl>
                                          <p:spTgt spid="40">
                                            <p:graphicEl>
                                              <a:dgm id="{5ED2E87E-FD5E-480A-A090-EC49E839FEE3}"/>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wd">
                                    <p:tmPct val="10000"/>
                                  </p:iterate>
                                  <p:childTnLst>
                                    <p:set>
                                      <p:cBhvr>
                                        <p:cTn id="21" dur="1" fill="hold">
                                          <p:stCondLst>
                                            <p:cond delay="0"/>
                                          </p:stCondLst>
                                        </p:cTn>
                                        <p:tgtEl>
                                          <p:spTgt spid="40">
                                            <p:graphicEl>
                                              <a:dgm id="{2917BB17-1E19-4A60-851B-EEC4771B7CDB}"/>
                                            </p:graphicEl>
                                          </p:spTgt>
                                        </p:tgtEl>
                                        <p:attrNameLst>
                                          <p:attrName>style.visibility</p:attrName>
                                        </p:attrNameLst>
                                      </p:cBhvr>
                                      <p:to>
                                        <p:strVal val="visible"/>
                                      </p:to>
                                    </p:set>
                                    <p:animEffect transition="in" filter="fade">
                                      <p:cBhvr>
                                        <p:cTn id="22" dur="500"/>
                                        <p:tgtEl>
                                          <p:spTgt spid="40">
                                            <p:graphicEl>
                                              <a:dgm id="{2917BB17-1E19-4A60-851B-EEC4771B7CD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wd">
                                    <p:tmPct val="10000"/>
                                  </p:iterate>
                                  <p:childTnLst>
                                    <p:set>
                                      <p:cBhvr>
                                        <p:cTn id="26" dur="1" fill="hold">
                                          <p:stCondLst>
                                            <p:cond delay="0"/>
                                          </p:stCondLst>
                                        </p:cTn>
                                        <p:tgtEl>
                                          <p:spTgt spid="40">
                                            <p:graphicEl>
                                              <a:dgm id="{D8DDB764-4FE0-49FB-A0F7-D9F55DAB9C32}"/>
                                            </p:graphicEl>
                                          </p:spTgt>
                                        </p:tgtEl>
                                        <p:attrNameLst>
                                          <p:attrName>style.visibility</p:attrName>
                                        </p:attrNameLst>
                                      </p:cBhvr>
                                      <p:to>
                                        <p:strVal val="visible"/>
                                      </p:to>
                                    </p:set>
                                    <p:animEffect transition="in" filter="fade">
                                      <p:cBhvr>
                                        <p:cTn id="27" dur="500"/>
                                        <p:tgtEl>
                                          <p:spTgt spid="40">
                                            <p:graphicEl>
                                              <a:dgm id="{D8DDB764-4FE0-49FB-A0F7-D9F55DAB9C3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wd">
                                    <p:tmPct val="10000"/>
                                  </p:iterate>
                                  <p:childTnLst>
                                    <p:set>
                                      <p:cBhvr>
                                        <p:cTn id="31" dur="1" fill="hold">
                                          <p:stCondLst>
                                            <p:cond delay="0"/>
                                          </p:stCondLst>
                                        </p:cTn>
                                        <p:tgtEl>
                                          <p:spTgt spid="40">
                                            <p:graphicEl>
                                              <a:dgm id="{3A3C4C5A-284E-4D84-8815-D08A60DD73D4}"/>
                                            </p:graphicEl>
                                          </p:spTgt>
                                        </p:tgtEl>
                                        <p:attrNameLst>
                                          <p:attrName>style.visibility</p:attrName>
                                        </p:attrNameLst>
                                      </p:cBhvr>
                                      <p:to>
                                        <p:strVal val="visible"/>
                                      </p:to>
                                    </p:set>
                                    <p:animEffect transition="in" filter="fade">
                                      <p:cBhvr>
                                        <p:cTn id="32" dur="500"/>
                                        <p:tgtEl>
                                          <p:spTgt spid="40">
                                            <p:graphicEl>
                                              <a:dgm id="{3A3C4C5A-284E-4D84-8815-D08A60DD73D4}"/>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iterate type="wd">
                                    <p:tmPct val="10000"/>
                                  </p:iterate>
                                  <p:childTnLst>
                                    <p:set>
                                      <p:cBhvr>
                                        <p:cTn id="36" dur="1" fill="hold">
                                          <p:stCondLst>
                                            <p:cond delay="0"/>
                                          </p:stCondLst>
                                        </p:cTn>
                                        <p:tgtEl>
                                          <p:spTgt spid="40">
                                            <p:graphicEl>
                                              <a:dgm id="{D4B93C86-1E50-4EED-8024-581A589F9630}"/>
                                            </p:graphicEl>
                                          </p:spTgt>
                                        </p:tgtEl>
                                        <p:attrNameLst>
                                          <p:attrName>style.visibility</p:attrName>
                                        </p:attrNameLst>
                                      </p:cBhvr>
                                      <p:to>
                                        <p:strVal val="visible"/>
                                      </p:to>
                                    </p:set>
                                    <p:animEffect transition="in" filter="fade">
                                      <p:cBhvr>
                                        <p:cTn id="37" dur="500"/>
                                        <p:tgtEl>
                                          <p:spTgt spid="40">
                                            <p:graphicEl>
                                              <a:dgm id="{D4B93C86-1E50-4EED-8024-581A589F9630}"/>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iterate type="wd">
                                    <p:tmPct val="10000"/>
                                  </p:iterate>
                                  <p:childTnLst>
                                    <p:set>
                                      <p:cBhvr>
                                        <p:cTn id="41" dur="1" fill="hold">
                                          <p:stCondLst>
                                            <p:cond delay="0"/>
                                          </p:stCondLst>
                                        </p:cTn>
                                        <p:tgtEl>
                                          <p:spTgt spid="40">
                                            <p:graphicEl>
                                              <a:dgm id="{1D1DA663-D274-497A-87D5-D6AC1F4191D8}"/>
                                            </p:graphicEl>
                                          </p:spTgt>
                                        </p:tgtEl>
                                        <p:attrNameLst>
                                          <p:attrName>style.visibility</p:attrName>
                                        </p:attrNameLst>
                                      </p:cBhvr>
                                      <p:to>
                                        <p:strVal val="visible"/>
                                      </p:to>
                                    </p:set>
                                    <p:animEffect transition="in" filter="fade">
                                      <p:cBhvr>
                                        <p:cTn id="42" dur="500"/>
                                        <p:tgtEl>
                                          <p:spTgt spid="40">
                                            <p:graphicEl>
                                              <a:dgm id="{1D1DA663-D274-497A-87D5-D6AC1F4191D8}"/>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iterate type="wd">
                                    <p:tmPct val="10000"/>
                                  </p:iterate>
                                  <p:childTnLst>
                                    <p:set>
                                      <p:cBhvr>
                                        <p:cTn id="46" dur="1" fill="hold">
                                          <p:stCondLst>
                                            <p:cond delay="0"/>
                                          </p:stCondLst>
                                        </p:cTn>
                                        <p:tgtEl>
                                          <p:spTgt spid="40">
                                            <p:graphicEl>
                                              <a:dgm id="{DA324122-FCA9-4034-980C-5E96DD1C5163}"/>
                                            </p:graphicEl>
                                          </p:spTgt>
                                        </p:tgtEl>
                                        <p:attrNameLst>
                                          <p:attrName>style.visibility</p:attrName>
                                        </p:attrNameLst>
                                      </p:cBhvr>
                                      <p:to>
                                        <p:strVal val="visible"/>
                                      </p:to>
                                    </p:set>
                                    <p:animEffect transition="in" filter="fade">
                                      <p:cBhvr>
                                        <p:cTn id="47" dur="500"/>
                                        <p:tgtEl>
                                          <p:spTgt spid="40">
                                            <p:graphicEl>
                                              <a:dgm id="{DA324122-FCA9-4034-980C-5E96DD1C5163}"/>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iterate type="wd">
                                    <p:tmPct val="10000"/>
                                  </p:iterate>
                                  <p:childTnLst>
                                    <p:set>
                                      <p:cBhvr>
                                        <p:cTn id="51" dur="1" fill="hold">
                                          <p:stCondLst>
                                            <p:cond delay="0"/>
                                          </p:stCondLst>
                                        </p:cTn>
                                        <p:tgtEl>
                                          <p:spTgt spid="40">
                                            <p:graphicEl>
                                              <a:dgm id="{59ECFCE0-59AB-4C4E-93C4-339C09AD9B44}"/>
                                            </p:graphicEl>
                                          </p:spTgt>
                                        </p:tgtEl>
                                        <p:attrNameLst>
                                          <p:attrName>style.visibility</p:attrName>
                                        </p:attrNameLst>
                                      </p:cBhvr>
                                      <p:to>
                                        <p:strVal val="visible"/>
                                      </p:to>
                                    </p:set>
                                    <p:animEffect transition="in" filter="fade">
                                      <p:cBhvr>
                                        <p:cTn id="52" dur="500"/>
                                        <p:tgtEl>
                                          <p:spTgt spid="40">
                                            <p:graphicEl>
                                              <a:dgm id="{59ECFCE0-59AB-4C4E-93C4-339C09AD9B44}"/>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40" grpId="0" uiExpand="1">
        <p:bldSub>
          <a:bldDgm bld="lvl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0AF33C27-9C85-4B30-9AD7-879D48AFE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0">
            <a:extLst>
              <a:ext uri="{FF2B5EF4-FFF2-40B4-BE49-F238E27FC236}">
                <a16:creationId xmlns:a16="http://schemas.microsoft.com/office/drawing/2014/main" id="{6D5089DD-882D-4413-B8BF-4798BFD84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436B90-438B-0E08-B86F-2F5E39D8CF17}"/>
              </a:ext>
            </a:extLst>
          </p:cNvPr>
          <p:cNvSpPr>
            <a:spLocks noGrp="1"/>
          </p:cNvSpPr>
          <p:nvPr>
            <p:ph type="title"/>
          </p:nvPr>
        </p:nvSpPr>
        <p:spPr>
          <a:xfrm>
            <a:off x="8181171" y="2681103"/>
            <a:ext cx="3363974" cy="1495794"/>
          </a:xfrm>
          <a:noFill/>
          <a:ln>
            <a:solidFill>
              <a:srgbClr val="FFFFFF"/>
            </a:solidFill>
          </a:ln>
        </p:spPr>
        <p:txBody>
          <a:bodyPr wrap="square">
            <a:normAutofit/>
          </a:bodyPr>
          <a:lstStyle/>
          <a:p>
            <a:r>
              <a:rPr lang="en-GB" sz="2600" b="1" kern="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Identifying an empathy problem</a:t>
            </a:r>
            <a:endParaRPr lang="en-GB" sz="2600">
              <a:solidFill>
                <a:srgbClr val="FFFFFF"/>
              </a:solidFill>
            </a:endParaRPr>
          </a:p>
        </p:txBody>
      </p:sp>
      <p:graphicFrame>
        <p:nvGraphicFramePr>
          <p:cNvPr id="10" name="Content Placeholder 2">
            <a:extLst>
              <a:ext uri="{FF2B5EF4-FFF2-40B4-BE49-F238E27FC236}">
                <a16:creationId xmlns:a16="http://schemas.microsoft.com/office/drawing/2014/main" id="{B939FF02-8B68-FAB4-A768-3D1CA00D4B9F}"/>
              </a:ext>
            </a:extLst>
          </p:cNvPr>
          <p:cNvGraphicFramePr>
            <a:graphicFrameLocks noGrp="1"/>
          </p:cNvGraphicFramePr>
          <p:nvPr>
            <p:ph idx="1"/>
            <p:extLst>
              <p:ext uri="{D42A27DB-BD31-4B8C-83A1-F6EECF244321}">
                <p14:modId xmlns:p14="http://schemas.microsoft.com/office/powerpoint/2010/main" val="3392826137"/>
              </p:ext>
            </p:extLst>
          </p:nvPr>
        </p:nvGraphicFramePr>
        <p:xfrm>
          <a:off x="920750" y="965200"/>
          <a:ext cx="5651500" cy="4968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07445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10">
                                            <p:graphicEl>
                                              <a:dgm id="{A290080C-BC25-4CB4-BAD6-6AF05D07AD64}"/>
                                            </p:graphicEl>
                                          </p:spTgt>
                                        </p:tgtEl>
                                        <p:attrNameLst>
                                          <p:attrName>style.visibility</p:attrName>
                                        </p:attrNameLst>
                                      </p:cBhvr>
                                      <p:to>
                                        <p:strVal val="visible"/>
                                      </p:to>
                                    </p:set>
                                    <p:animEffect transition="in" filter="fade">
                                      <p:cBhvr>
                                        <p:cTn id="12" dur="500"/>
                                        <p:tgtEl>
                                          <p:spTgt spid="10">
                                            <p:graphicEl>
                                              <a:dgm id="{A290080C-BC25-4CB4-BAD6-6AF05D07AD64}"/>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10">
                                            <p:graphicEl>
                                              <a:dgm id="{C57612FC-584F-4BD0-8DE9-0F0D868316A6}"/>
                                            </p:graphicEl>
                                          </p:spTgt>
                                        </p:tgtEl>
                                        <p:attrNameLst>
                                          <p:attrName>style.visibility</p:attrName>
                                        </p:attrNameLst>
                                      </p:cBhvr>
                                      <p:to>
                                        <p:strVal val="visible"/>
                                      </p:to>
                                    </p:set>
                                    <p:animEffect transition="in" filter="fade">
                                      <p:cBhvr>
                                        <p:cTn id="17" dur="500"/>
                                        <p:tgtEl>
                                          <p:spTgt spid="10">
                                            <p:graphicEl>
                                              <a:dgm id="{C57612FC-584F-4BD0-8DE9-0F0D868316A6}"/>
                                            </p:graphicEl>
                                          </p:spTgt>
                                        </p:tgtEl>
                                      </p:cBhvr>
                                    </p:animEffect>
                                  </p:childTnLst>
                                </p:cTn>
                              </p:par>
                              <p:par>
                                <p:cTn id="18" presetID="10" presetClass="entr" presetSubtype="0" fill="hold" grpId="0" nodeType="withEffect">
                                  <p:stCondLst>
                                    <p:cond delay="0"/>
                                  </p:stCondLst>
                                  <p:iterate type="wd">
                                    <p:tmPct val="10000"/>
                                  </p:iterate>
                                  <p:childTnLst>
                                    <p:set>
                                      <p:cBhvr>
                                        <p:cTn id="19" dur="1" fill="hold">
                                          <p:stCondLst>
                                            <p:cond delay="0"/>
                                          </p:stCondLst>
                                        </p:cTn>
                                        <p:tgtEl>
                                          <p:spTgt spid="10">
                                            <p:graphicEl>
                                              <a:dgm id="{EE3F296D-3E30-4CC2-B330-D7E578FDC4C0}"/>
                                            </p:graphicEl>
                                          </p:spTgt>
                                        </p:tgtEl>
                                        <p:attrNameLst>
                                          <p:attrName>style.visibility</p:attrName>
                                        </p:attrNameLst>
                                      </p:cBhvr>
                                      <p:to>
                                        <p:strVal val="visible"/>
                                      </p:to>
                                    </p:set>
                                    <p:animEffect transition="in" filter="fade">
                                      <p:cBhvr>
                                        <p:cTn id="20" dur="500"/>
                                        <p:tgtEl>
                                          <p:spTgt spid="10">
                                            <p:graphicEl>
                                              <a:dgm id="{EE3F296D-3E30-4CC2-B330-D7E578FDC4C0}"/>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iterate type="wd">
                                    <p:tmPct val="10000"/>
                                  </p:iterate>
                                  <p:childTnLst>
                                    <p:set>
                                      <p:cBhvr>
                                        <p:cTn id="24" dur="1" fill="hold">
                                          <p:stCondLst>
                                            <p:cond delay="0"/>
                                          </p:stCondLst>
                                        </p:cTn>
                                        <p:tgtEl>
                                          <p:spTgt spid="10">
                                            <p:graphicEl>
                                              <a:dgm id="{98F34A49-A201-47D7-8459-47ACBA900E93}"/>
                                            </p:graphicEl>
                                          </p:spTgt>
                                        </p:tgtEl>
                                        <p:attrNameLst>
                                          <p:attrName>style.visibility</p:attrName>
                                        </p:attrNameLst>
                                      </p:cBhvr>
                                      <p:to>
                                        <p:strVal val="visible"/>
                                      </p:to>
                                    </p:set>
                                    <p:animEffect transition="in" filter="fade">
                                      <p:cBhvr>
                                        <p:cTn id="25" dur="500"/>
                                        <p:tgtEl>
                                          <p:spTgt spid="10">
                                            <p:graphicEl>
                                              <a:dgm id="{98F34A49-A201-47D7-8459-47ACBA900E93}"/>
                                            </p:graphicEl>
                                          </p:spTgt>
                                        </p:tgtEl>
                                      </p:cBhvr>
                                    </p:animEffect>
                                  </p:childTnLst>
                                </p:cTn>
                              </p:par>
                              <p:par>
                                <p:cTn id="26" presetID="10" presetClass="entr" presetSubtype="0" fill="hold" grpId="0" nodeType="withEffect">
                                  <p:stCondLst>
                                    <p:cond delay="0"/>
                                  </p:stCondLst>
                                  <p:iterate type="wd">
                                    <p:tmPct val="10000"/>
                                  </p:iterate>
                                  <p:childTnLst>
                                    <p:set>
                                      <p:cBhvr>
                                        <p:cTn id="27" dur="1" fill="hold">
                                          <p:stCondLst>
                                            <p:cond delay="0"/>
                                          </p:stCondLst>
                                        </p:cTn>
                                        <p:tgtEl>
                                          <p:spTgt spid="10">
                                            <p:graphicEl>
                                              <a:dgm id="{2D9D6314-EE36-46FD-A59D-4ECADF198534}"/>
                                            </p:graphicEl>
                                          </p:spTgt>
                                        </p:tgtEl>
                                        <p:attrNameLst>
                                          <p:attrName>style.visibility</p:attrName>
                                        </p:attrNameLst>
                                      </p:cBhvr>
                                      <p:to>
                                        <p:strVal val="visible"/>
                                      </p:to>
                                    </p:set>
                                    <p:animEffect transition="in" filter="fade">
                                      <p:cBhvr>
                                        <p:cTn id="28" dur="500"/>
                                        <p:tgtEl>
                                          <p:spTgt spid="10">
                                            <p:graphicEl>
                                              <a:dgm id="{2D9D6314-EE36-46FD-A59D-4ECADF198534}"/>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iterate type="wd">
                                    <p:tmPct val="10000"/>
                                  </p:iterate>
                                  <p:childTnLst>
                                    <p:set>
                                      <p:cBhvr>
                                        <p:cTn id="32" dur="1" fill="hold">
                                          <p:stCondLst>
                                            <p:cond delay="0"/>
                                          </p:stCondLst>
                                        </p:cTn>
                                        <p:tgtEl>
                                          <p:spTgt spid="10">
                                            <p:graphicEl>
                                              <a:dgm id="{B721183B-620A-490B-A45A-B93E4F1350A5}"/>
                                            </p:graphicEl>
                                          </p:spTgt>
                                        </p:tgtEl>
                                        <p:attrNameLst>
                                          <p:attrName>style.visibility</p:attrName>
                                        </p:attrNameLst>
                                      </p:cBhvr>
                                      <p:to>
                                        <p:strVal val="visible"/>
                                      </p:to>
                                    </p:set>
                                    <p:animEffect transition="in" filter="fade">
                                      <p:cBhvr>
                                        <p:cTn id="33" dur="500"/>
                                        <p:tgtEl>
                                          <p:spTgt spid="10">
                                            <p:graphicEl>
                                              <a:dgm id="{B721183B-620A-490B-A45A-B93E4F1350A5}"/>
                                            </p:graphicEl>
                                          </p:spTgt>
                                        </p:tgtEl>
                                      </p:cBhvr>
                                    </p:animEffect>
                                  </p:childTnLst>
                                </p:cTn>
                              </p:par>
                              <p:par>
                                <p:cTn id="34" presetID="10" presetClass="entr" presetSubtype="0" fill="hold" grpId="0" nodeType="withEffect">
                                  <p:stCondLst>
                                    <p:cond delay="0"/>
                                  </p:stCondLst>
                                  <p:iterate type="wd">
                                    <p:tmPct val="10000"/>
                                  </p:iterate>
                                  <p:childTnLst>
                                    <p:set>
                                      <p:cBhvr>
                                        <p:cTn id="35" dur="1" fill="hold">
                                          <p:stCondLst>
                                            <p:cond delay="0"/>
                                          </p:stCondLst>
                                        </p:cTn>
                                        <p:tgtEl>
                                          <p:spTgt spid="10">
                                            <p:graphicEl>
                                              <a:dgm id="{FBE8F5BD-399D-4818-9CE5-27634D0D9FEC}"/>
                                            </p:graphicEl>
                                          </p:spTgt>
                                        </p:tgtEl>
                                        <p:attrNameLst>
                                          <p:attrName>style.visibility</p:attrName>
                                        </p:attrNameLst>
                                      </p:cBhvr>
                                      <p:to>
                                        <p:strVal val="visible"/>
                                      </p:to>
                                    </p:set>
                                    <p:animEffect transition="in" filter="fade">
                                      <p:cBhvr>
                                        <p:cTn id="36" dur="500"/>
                                        <p:tgtEl>
                                          <p:spTgt spid="10">
                                            <p:graphicEl>
                                              <a:dgm id="{FBE8F5BD-399D-4818-9CE5-27634D0D9FEC}"/>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iterate type="wd">
                                    <p:tmPct val="10000"/>
                                  </p:iterate>
                                  <p:childTnLst>
                                    <p:set>
                                      <p:cBhvr>
                                        <p:cTn id="40" dur="1" fill="hold">
                                          <p:stCondLst>
                                            <p:cond delay="0"/>
                                          </p:stCondLst>
                                        </p:cTn>
                                        <p:tgtEl>
                                          <p:spTgt spid="10">
                                            <p:graphicEl>
                                              <a:dgm id="{B425A76D-BCAB-415C-8BD4-7E049C86890D}"/>
                                            </p:graphicEl>
                                          </p:spTgt>
                                        </p:tgtEl>
                                        <p:attrNameLst>
                                          <p:attrName>style.visibility</p:attrName>
                                        </p:attrNameLst>
                                      </p:cBhvr>
                                      <p:to>
                                        <p:strVal val="visible"/>
                                      </p:to>
                                    </p:set>
                                    <p:animEffect transition="in" filter="fade">
                                      <p:cBhvr>
                                        <p:cTn id="41" dur="500"/>
                                        <p:tgtEl>
                                          <p:spTgt spid="10">
                                            <p:graphicEl>
                                              <a:dgm id="{B425A76D-BCAB-415C-8BD4-7E049C86890D}"/>
                                            </p:graphicEl>
                                          </p:spTgt>
                                        </p:tgtEl>
                                      </p:cBhvr>
                                    </p:animEffect>
                                  </p:childTnLst>
                                </p:cTn>
                              </p:par>
                              <p:par>
                                <p:cTn id="42" presetID="10" presetClass="entr" presetSubtype="0" fill="hold" grpId="0" nodeType="withEffect">
                                  <p:stCondLst>
                                    <p:cond delay="0"/>
                                  </p:stCondLst>
                                  <p:iterate type="wd">
                                    <p:tmPct val="10000"/>
                                  </p:iterate>
                                  <p:childTnLst>
                                    <p:set>
                                      <p:cBhvr>
                                        <p:cTn id="43" dur="1" fill="hold">
                                          <p:stCondLst>
                                            <p:cond delay="0"/>
                                          </p:stCondLst>
                                        </p:cTn>
                                        <p:tgtEl>
                                          <p:spTgt spid="10">
                                            <p:graphicEl>
                                              <a:dgm id="{61B40E79-C3FE-47DD-8809-E048904E022B}"/>
                                            </p:graphicEl>
                                          </p:spTgt>
                                        </p:tgtEl>
                                        <p:attrNameLst>
                                          <p:attrName>style.visibility</p:attrName>
                                        </p:attrNameLst>
                                      </p:cBhvr>
                                      <p:to>
                                        <p:strVal val="visible"/>
                                      </p:to>
                                    </p:set>
                                    <p:animEffect transition="in" filter="fade">
                                      <p:cBhvr>
                                        <p:cTn id="44" dur="500"/>
                                        <p:tgtEl>
                                          <p:spTgt spid="10">
                                            <p:graphicEl>
                                              <a:dgm id="{61B40E79-C3FE-47DD-8809-E048904E022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10" grpId="0">
        <p:bldSub>
          <a:bldDgm bld="one"/>
        </p:bldSub>
      </p:bldGraphic>
    </p:bldLst>
  </p:timing>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B586-7BBA-00FE-8139-908DF5EA7368}"/>
              </a:ext>
            </a:extLst>
          </p:cNvPr>
          <p:cNvSpPr>
            <a:spLocks noGrp="1"/>
          </p:cNvSpPr>
          <p:nvPr>
            <p:ph type="title"/>
          </p:nvPr>
        </p:nvSpPr>
        <p:spPr>
          <a:xfrm>
            <a:off x="2231136" y="964692"/>
            <a:ext cx="7729728" cy="1188720"/>
          </a:xfrm>
        </p:spPr>
        <p:txBody>
          <a:bodyPr>
            <a:normAutofit/>
          </a:bodyPr>
          <a:lstStyle/>
          <a:p>
            <a:r>
              <a:rPr lang="en-GB" b="1" kern="0">
                <a:effectLst/>
                <a:latin typeface="Arial" panose="020B0604020202020204" pitchFamily="34" charset="0"/>
                <a:ea typeface="Times New Roman" panose="02020603050405020304" pitchFamily="18" charset="0"/>
                <a:cs typeface="Times New Roman" panose="02020603050405020304" pitchFamily="18" charset="0"/>
              </a:rPr>
              <a:t>How to build empathy?</a:t>
            </a:r>
            <a:endParaRPr lang="en-GB"/>
          </a:p>
        </p:txBody>
      </p:sp>
      <p:graphicFrame>
        <p:nvGraphicFramePr>
          <p:cNvPr id="5" name="Content Placeholder 2">
            <a:extLst>
              <a:ext uri="{FF2B5EF4-FFF2-40B4-BE49-F238E27FC236}">
                <a16:creationId xmlns:a16="http://schemas.microsoft.com/office/drawing/2014/main" id="{0FB029B7-0C3B-A1CA-B005-4F8383C8267A}"/>
              </a:ext>
            </a:extLst>
          </p:cNvPr>
          <p:cNvGraphicFramePr>
            <a:graphicFrameLocks noGrp="1"/>
          </p:cNvGraphicFramePr>
          <p:nvPr>
            <p:ph idx="1"/>
            <p:extLst>
              <p:ext uri="{D42A27DB-BD31-4B8C-83A1-F6EECF244321}">
                <p14:modId xmlns:p14="http://schemas.microsoft.com/office/powerpoint/2010/main" val="3754279393"/>
              </p:ext>
            </p:extLst>
          </p:nvPr>
        </p:nvGraphicFramePr>
        <p:xfrm>
          <a:off x="965201" y="2638425"/>
          <a:ext cx="10261600" cy="3101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90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5">
                                            <p:graphicEl>
                                              <a:dgm id="{20F93584-F465-4AC8-92D3-39A8A2EA311C}"/>
                                            </p:graphicEl>
                                          </p:spTgt>
                                        </p:tgtEl>
                                        <p:attrNameLst>
                                          <p:attrName>style.visibility</p:attrName>
                                        </p:attrNameLst>
                                      </p:cBhvr>
                                      <p:to>
                                        <p:strVal val="visible"/>
                                      </p:to>
                                    </p:set>
                                    <p:animEffect transition="in" filter="fade">
                                      <p:cBhvr>
                                        <p:cTn id="12" dur="500"/>
                                        <p:tgtEl>
                                          <p:spTgt spid="5">
                                            <p:graphicEl>
                                              <a:dgm id="{20F93584-F465-4AC8-92D3-39A8A2EA311C}"/>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5">
                                            <p:graphicEl>
                                              <a:dgm id="{16811E12-E3F4-481C-8C20-3006AAA36315}"/>
                                            </p:graphicEl>
                                          </p:spTgt>
                                        </p:tgtEl>
                                        <p:attrNameLst>
                                          <p:attrName>style.visibility</p:attrName>
                                        </p:attrNameLst>
                                      </p:cBhvr>
                                      <p:to>
                                        <p:strVal val="visible"/>
                                      </p:to>
                                    </p:set>
                                    <p:animEffect transition="in" filter="fade">
                                      <p:cBhvr>
                                        <p:cTn id="17" dur="500"/>
                                        <p:tgtEl>
                                          <p:spTgt spid="5">
                                            <p:graphicEl>
                                              <a:dgm id="{16811E12-E3F4-481C-8C20-3006AAA36315}"/>
                                            </p:graphicEl>
                                          </p:spTgt>
                                        </p:tgtEl>
                                      </p:cBhvr>
                                    </p:animEffect>
                                  </p:childTnLst>
                                </p:cTn>
                              </p:par>
                              <p:par>
                                <p:cTn id="18" presetID="10" presetClass="entr" presetSubtype="0" fill="hold" grpId="0" nodeType="withEffect">
                                  <p:stCondLst>
                                    <p:cond delay="0"/>
                                  </p:stCondLst>
                                  <p:iterate type="wd">
                                    <p:tmPct val="10000"/>
                                  </p:iterate>
                                  <p:childTnLst>
                                    <p:set>
                                      <p:cBhvr>
                                        <p:cTn id="19" dur="1" fill="hold">
                                          <p:stCondLst>
                                            <p:cond delay="0"/>
                                          </p:stCondLst>
                                        </p:cTn>
                                        <p:tgtEl>
                                          <p:spTgt spid="5">
                                            <p:graphicEl>
                                              <a:dgm id="{E5CD6DBC-D158-4B93-884D-212A453C145E}"/>
                                            </p:graphicEl>
                                          </p:spTgt>
                                        </p:tgtEl>
                                        <p:attrNameLst>
                                          <p:attrName>style.visibility</p:attrName>
                                        </p:attrNameLst>
                                      </p:cBhvr>
                                      <p:to>
                                        <p:strVal val="visible"/>
                                      </p:to>
                                    </p:set>
                                    <p:animEffect transition="in" filter="fade">
                                      <p:cBhvr>
                                        <p:cTn id="20" dur="500"/>
                                        <p:tgtEl>
                                          <p:spTgt spid="5">
                                            <p:graphicEl>
                                              <a:dgm id="{E5CD6DBC-D158-4B93-884D-212A453C145E}"/>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iterate type="wd">
                                    <p:tmPct val="10000"/>
                                  </p:iterate>
                                  <p:childTnLst>
                                    <p:set>
                                      <p:cBhvr>
                                        <p:cTn id="24" dur="1" fill="hold">
                                          <p:stCondLst>
                                            <p:cond delay="0"/>
                                          </p:stCondLst>
                                        </p:cTn>
                                        <p:tgtEl>
                                          <p:spTgt spid="5">
                                            <p:graphicEl>
                                              <a:dgm id="{DA68AFE9-446A-41D0-BBB1-09A6CA5E48EE}"/>
                                            </p:graphicEl>
                                          </p:spTgt>
                                        </p:tgtEl>
                                        <p:attrNameLst>
                                          <p:attrName>style.visibility</p:attrName>
                                        </p:attrNameLst>
                                      </p:cBhvr>
                                      <p:to>
                                        <p:strVal val="visible"/>
                                      </p:to>
                                    </p:set>
                                    <p:animEffect transition="in" filter="fade">
                                      <p:cBhvr>
                                        <p:cTn id="25" dur="500"/>
                                        <p:tgtEl>
                                          <p:spTgt spid="5">
                                            <p:graphicEl>
                                              <a:dgm id="{DA68AFE9-446A-41D0-BBB1-09A6CA5E48EE}"/>
                                            </p:graphicEl>
                                          </p:spTgt>
                                        </p:tgtEl>
                                      </p:cBhvr>
                                    </p:animEffect>
                                  </p:childTnLst>
                                </p:cTn>
                              </p:par>
                              <p:par>
                                <p:cTn id="26" presetID="10" presetClass="entr" presetSubtype="0" fill="hold" grpId="0" nodeType="withEffect">
                                  <p:stCondLst>
                                    <p:cond delay="0"/>
                                  </p:stCondLst>
                                  <p:iterate type="wd">
                                    <p:tmPct val="10000"/>
                                  </p:iterate>
                                  <p:childTnLst>
                                    <p:set>
                                      <p:cBhvr>
                                        <p:cTn id="27" dur="1" fill="hold">
                                          <p:stCondLst>
                                            <p:cond delay="0"/>
                                          </p:stCondLst>
                                        </p:cTn>
                                        <p:tgtEl>
                                          <p:spTgt spid="5">
                                            <p:graphicEl>
                                              <a:dgm id="{F3B980CA-D589-44CA-9D6D-C5110783B6FA}"/>
                                            </p:graphicEl>
                                          </p:spTgt>
                                        </p:tgtEl>
                                        <p:attrNameLst>
                                          <p:attrName>style.visibility</p:attrName>
                                        </p:attrNameLst>
                                      </p:cBhvr>
                                      <p:to>
                                        <p:strVal val="visible"/>
                                      </p:to>
                                    </p:set>
                                    <p:animEffect transition="in" filter="fade">
                                      <p:cBhvr>
                                        <p:cTn id="28" dur="500"/>
                                        <p:tgtEl>
                                          <p:spTgt spid="5">
                                            <p:graphicEl>
                                              <a:dgm id="{F3B980CA-D589-44CA-9D6D-C5110783B6FA}"/>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iterate type="wd">
                                    <p:tmPct val="10000"/>
                                  </p:iterate>
                                  <p:childTnLst>
                                    <p:set>
                                      <p:cBhvr>
                                        <p:cTn id="32" dur="1" fill="hold">
                                          <p:stCondLst>
                                            <p:cond delay="0"/>
                                          </p:stCondLst>
                                        </p:cTn>
                                        <p:tgtEl>
                                          <p:spTgt spid="5">
                                            <p:graphicEl>
                                              <a:dgm id="{5656BC9C-5E7F-4762-944E-2E8B967412C6}"/>
                                            </p:graphicEl>
                                          </p:spTgt>
                                        </p:tgtEl>
                                        <p:attrNameLst>
                                          <p:attrName>style.visibility</p:attrName>
                                        </p:attrNameLst>
                                      </p:cBhvr>
                                      <p:to>
                                        <p:strVal val="visible"/>
                                      </p:to>
                                    </p:set>
                                    <p:animEffect transition="in" filter="fade">
                                      <p:cBhvr>
                                        <p:cTn id="33" dur="500"/>
                                        <p:tgtEl>
                                          <p:spTgt spid="5">
                                            <p:graphicEl>
                                              <a:dgm id="{5656BC9C-5E7F-4762-944E-2E8B967412C6}"/>
                                            </p:graphicEl>
                                          </p:spTgt>
                                        </p:tgtEl>
                                      </p:cBhvr>
                                    </p:animEffect>
                                  </p:childTnLst>
                                </p:cTn>
                              </p:par>
                              <p:par>
                                <p:cTn id="34" presetID="10" presetClass="entr" presetSubtype="0" fill="hold" grpId="0" nodeType="withEffect">
                                  <p:stCondLst>
                                    <p:cond delay="0"/>
                                  </p:stCondLst>
                                  <p:iterate type="wd">
                                    <p:tmPct val="10000"/>
                                  </p:iterate>
                                  <p:childTnLst>
                                    <p:set>
                                      <p:cBhvr>
                                        <p:cTn id="35" dur="1" fill="hold">
                                          <p:stCondLst>
                                            <p:cond delay="0"/>
                                          </p:stCondLst>
                                        </p:cTn>
                                        <p:tgtEl>
                                          <p:spTgt spid="5">
                                            <p:graphicEl>
                                              <a:dgm id="{782E8B47-6105-4BBE-8BA2-C94577A1DF72}"/>
                                            </p:graphicEl>
                                          </p:spTgt>
                                        </p:tgtEl>
                                        <p:attrNameLst>
                                          <p:attrName>style.visibility</p:attrName>
                                        </p:attrNameLst>
                                      </p:cBhvr>
                                      <p:to>
                                        <p:strVal val="visible"/>
                                      </p:to>
                                    </p:set>
                                    <p:animEffect transition="in" filter="fade">
                                      <p:cBhvr>
                                        <p:cTn id="36" dur="500"/>
                                        <p:tgtEl>
                                          <p:spTgt spid="5">
                                            <p:graphicEl>
                                              <a:dgm id="{782E8B47-6105-4BBE-8BA2-C94577A1DF72}"/>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iterate type="wd">
                                    <p:tmPct val="10000"/>
                                  </p:iterate>
                                  <p:childTnLst>
                                    <p:set>
                                      <p:cBhvr>
                                        <p:cTn id="40" dur="1" fill="hold">
                                          <p:stCondLst>
                                            <p:cond delay="0"/>
                                          </p:stCondLst>
                                        </p:cTn>
                                        <p:tgtEl>
                                          <p:spTgt spid="5">
                                            <p:graphicEl>
                                              <a:dgm id="{90AF9F71-7F54-4761-B090-FCA89D4007D9}"/>
                                            </p:graphicEl>
                                          </p:spTgt>
                                        </p:tgtEl>
                                        <p:attrNameLst>
                                          <p:attrName>style.visibility</p:attrName>
                                        </p:attrNameLst>
                                      </p:cBhvr>
                                      <p:to>
                                        <p:strVal val="visible"/>
                                      </p:to>
                                    </p:set>
                                    <p:animEffect transition="in" filter="fade">
                                      <p:cBhvr>
                                        <p:cTn id="41" dur="500"/>
                                        <p:tgtEl>
                                          <p:spTgt spid="5">
                                            <p:graphicEl>
                                              <a:dgm id="{90AF9F71-7F54-4761-B090-FCA89D4007D9}"/>
                                            </p:graphicEl>
                                          </p:spTgt>
                                        </p:tgtEl>
                                      </p:cBhvr>
                                    </p:animEffect>
                                  </p:childTnLst>
                                </p:cTn>
                              </p:par>
                              <p:par>
                                <p:cTn id="42" presetID="10" presetClass="entr" presetSubtype="0" fill="hold" grpId="0" nodeType="withEffect">
                                  <p:stCondLst>
                                    <p:cond delay="0"/>
                                  </p:stCondLst>
                                  <p:iterate type="wd">
                                    <p:tmPct val="10000"/>
                                  </p:iterate>
                                  <p:childTnLst>
                                    <p:set>
                                      <p:cBhvr>
                                        <p:cTn id="43" dur="1" fill="hold">
                                          <p:stCondLst>
                                            <p:cond delay="0"/>
                                          </p:stCondLst>
                                        </p:cTn>
                                        <p:tgtEl>
                                          <p:spTgt spid="5">
                                            <p:graphicEl>
                                              <a:dgm id="{D2438A92-1202-4D64-A99A-1D4DC6C561A4}"/>
                                            </p:graphicEl>
                                          </p:spTgt>
                                        </p:tgtEl>
                                        <p:attrNameLst>
                                          <p:attrName>style.visibility</p:attrName>
                                        </p:attrNameLst>
                                      </p:cBhvr>
                                      <p:to>
                                        <p:strVal val="visible"/>
                                      </p:to>
                                    </p:set>
                                    <p:animEffect transition="in" filter="fade">
                                      <p:cBhvr>
                                        <p:cTn id="44" dur="500"/>
                                        <p:tgtEl>
                                          <p:spTgt spid="5">
                                            <p:graphicEl>
                                              <a:dgm id="{D2438A92-1202-4D64-A99A-1D4DC6C561A4}"/>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iterate type="wd">
                                    <p:tmPct val="10000"/>
                                  </p:iterate>
                                  <p:childTnLst>
                                    <p:set>
                                      <p:cBhvr>
                                        <p:cTn id="48" dur="1" fill="hold">
                                          <p:stCondLst>
                                            <p:cond delay="0"/>
                                          </p:stCondLst>
                                        </p:cTn>
                                        <p:tgtEl>
                                          <p:spTgt spid="5">
                                            <p:graphicEl>
                                              <a:dgm id="{F7B48111-1BB8-4AFB-9BCC-2BD314B7149C}"/>
                                            </p:graphicEl>
                                          </p:spTgt>
                                        </p:tgtEl>
                                        <p:attrNameLst>
                                          <p:attrName>style.visibility</p:attrName>
                                        </p:attrNameLst>
                                      </p:cBhvr>
                                      <p:to>
                                        <p:strVal val="visible"/>
                                      </p:to>
                                    </p:set>
                                    <p:animEffect transition="in" filter="fade">
                                      <p:cBhvr>
                                        <p:cTn id="49" dur="500"/>
                                        <p:tgtEl>
                                          <p:spTgt spid="5">
                                            <p:graphicEl>
                                              <a:dgm id="{F7B48111-1BB8-4AFB-9BCC-2BD314B7149C}"/>
                                            </p:graphicEl>
                                          </p:spTgt>
                                        </p:tgtEl>
                                      </p:cBhvr>
                                    </p:animEffect>
                                  </p:childTnLst>
                                </p:cTn>
                              </p:par>
                              <p:par>
                                <p:cTn id="50" presetID="10" presetClass="entr" presetSubtype="0" fill="hold" grpId="0" nodeType="withEffect">
                                  <p:stCondLst>
                                    <p:cond delay="0"/>
                                  </p:stCondLst>
                                  <p:iterate type="wd">
                                    <p:tmPct val="10000"/>
                                  </p:iterate>
                                  <p:childTnLst>
                                    <p:set>
                                      <p:cBhvr>
                                        <p:cTn id="51" dur="1" fill="hold">
                                          <p:stCondLst>
                                            <p:cond delay="0"/>
                                          </p:stCondLst>
                                        </p:cTn>
                                        <p:tgtEl>
                                          <p:spTgt spid="5">
                                            <p:graphicEl>
                                              <a:dgm id="{16BD1673-B0B4-482C-A575-9167729D2D9F}"/>
                                            </p:graphicEl>
                                          </p:spTgt>
                                        </p:tgtEl>
                                        <p:attrNameLst>
                                          <p:attrName>style.visibility</p:attrName>
                                        </p:attrNameLst>
                                      </p:cBhvr>
                                      <p:to>
                                        <p:strVal val="visible"/>
                                      </p:to>
                                    </p:set>
                                    <p:animEffect transition="in" filter="fade">
                                      <p:cBhvr>
                                        <p:cTn id="52" dur="500"/>
                                        <p:tgtEl>
                                          <p:spTgt spid="5">
                                            <p:graphicEl>
                                              <a:dgm id="{16BD1673-B0B4-482C-A575-9167729D2D9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5" grpId="0">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D8F78-D80B-DFE9-365D-2F98AA66D98A}"/>
              </a:ext>
            </a:extLst>
          </p:cNvPr>
          <p:cNvSpPr>
            <a:spLocks noGrp="1"/>
          </p:cNvSpPr>
          <p:nvPr>
            <p:ph type="title"/>
          </p:nvPr>
        </p:nvSpPr>
        <p:spPr/>
        <p:txBody>
          <a:bodyPr/>
          <a:lstStyle/>
          <a:p>
            <a:r>
              <a:rPr lang="en-GB" dirty="0"/>
              <a:t>Exercise</a:t>
            </a:r>
          </a:p>
        </p:txBody>
      </p:sp>
      <p:sp>
        <p:nvSpPr>
          <p:cNvPr id="3" name="Content Placeholder 2">
            <a:extLst>
              <a:ext uri="{FF2B5EF4-FFF2-40B4-BE49-F238E27FC236}">
                <a16:creationId xmlns:a16="http://schemas.microsoft.com/office/drawing/2014/main" id="{8BE0BC3B-8DEF-2F86-FDFB-97B9A1EE0E8C}"/>
              </a:ext>
            </a:extLst>
          </p:cNvPr>
          <p:cNvSpPr>
            <a:spLocks noGrp="1"/>
          </p:cNvSpPr>
          <p:nvPr>
            <p:ph idx="1"/>
          </p:nvPr>
        </p:nvSpPr>
        <p:spPr/>
        <p:txBody>
          <a:bodyPr/>
          <a:lstStyle/>
          <a:p>
            <a:r>
              <a:rPr lang="en-GB" sz="1800" kern="0" spc="10" dirty="0">
                <a:solidFill>
                  <a:srgbClr val="434343"/>
                </a:solidFill>
                <a:effectLst/>
                <a:latin typeface="Arial" panose="020B0604020202020204" pitchFamily="34" charset="0"/>
                <a:ea typeface="Times New Roman" panose="02020603050405020304" pitchFamily="18" charset="0"/>
              </a:rPr>
              <a:t>Active listening</a:t>
            </a:r>
          </a:p>
          <a:p>
            <a:r>
              <a:rPr lang="en-GB" sz="1800" kern="0" spc="10">
                <a:solidFill>
                  <a:srgbClr val="434343"/>
                </a:solidFill>
                <a:effectLst/>
                <a:latin typeface="Arial" panose="020B0604020202020204" pitchFamily="34" charset="0"/>
                <a:ea typeface="Times New Roman" panose="02020603050405020304" pitchFamily="18" charset="0"/>
              </a:rPr>
              <a:t>Two sides to every story</a:t>
            </a:r>
            <a:endParaRPr lang="en-GB"/>
          </a:p>
        </p:txBody>
      </p:sp>
    </p:spTree>
    <p:extLst>
      <p:ext uri="{BB962C8B-B14F-4D97-AF65-F5344CB8AC3E}">
        <p14:creationId xmlns:p14="http://schemas.microsoft.com/office/powerpoint/2010/main" val="341284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0184-D53D-9CDC-BC69-5F8AC4409F49}"/>
              </a:ext>
            </a:extLst>
          </p:cNvPr>
          <p:cNvSpPr>
            <a:spLocks noGrp="1"/>
          </p:cNvSpPr>
          <p:nvPr>
            <p:ph type="title"/>
          </p:nvPr>
        </p:nvSpPr>
        <p:spPr>
          <a:xfrm>
            <a:off x="2231136" y="964692"/>
            <a:ext cx="7729728" cy="1188720"/>
          </a:xfrm>
        </p:spPr>
        <p:txBody>
          <a:bodyPr>
            <a:normAutofit/>
          </a:bodyPr>
          <a:lstStyle/>
          <a:p>
            <a:r>
              <a:rPr lang="en-GB"/>
              <a:t>Practical ways to empathize with a customer</a:t>
            </a:r>
          </a:p>
        </p:txBody>
      </p:sp>
      <p:graphicFrame>
        <p:nvGraphicFramePr>
          <p:cNvPr id="5" name="Content Placeholder 2">
            <a:extLst>
              <a:ext uri="{FF2B5EF4-FFF2-40B4-BE49-F238E27FC236}">
                <a16:creationId xmlns:a16="http://schemas.microsoft.com/office/drawing/2014/main" id="{EABB4C21-6C87-9848-78CD-EE4F7F1EFEBC}"/>
              </a:ext>
            </a:extLst>
          </p:cNvPr>
          <p:cNvGraphicFramePr>
            <a:graphicFrameLocks noGrp="1"/>
          </p:cNvGraphicFramePr>
          <p:nvPr>
            <p:ph idx="1"/>
            <p:extLst>
              <p:ext uri="{D42A27DB-BD31-4B8C-83A1-F6EECF244321}">
                <p14:modId xmlns:p14="http://schemas.microsoft.com/office/powerpoint/2010/main" val="3685351003"/>
              </p:ext>
            </p:extLst>
          </p:nvPr>
        </p:nvGraphicFramePr>
        <p:xfrm>
          <a:off x="965200" y="2638425"/>
          <a:ext cx="10261600" cy="31077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8027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wd">
                                    <p:tmPct val="10000"/>
                                  </p:iterate>
                                  <p:childTnLst>
                                    <p:set>
                                      <p:cBhvr>
                                        <p:cTn id="11" dur="1" fill="hold">
                                          <p:stCondLst>
                                            <p:cond delay="0"/>
                                          </p:stCondLst>
                                        </p:cTn>
                                        <p:tgtEl>
                                          <p:spTgt spid="5">
                                            <p:graphicEl>
                                              <a:dgm id="{5CA9D3AA-EC1B-43AB-B8E3-936CCA429755}"/>
                                            </p:graphicEl>
                                          </p:spTgt>
                                        </p:tgtEl>
                                        <p:attrNameLst>
                                          <p:attrName>style.visibility</p:attrName>
                                        </p:attrNameLst>
                                      </p:cBhvr>
                                      <p:to>
                                        <p:strVal val="visible"/>
                                      </p:to>
                                    </p:set>
                                    <p:animEffect transition="in" filter="fade">
                                      <p:cBhvr>
                                        <p:cTn id="12" dur="500"/>
                                        <p:tgtEl>
                                          <p:spTgt spid="5">
                                            <p:graphicEl>
                                              <a:dgm id="{5CA9D3AA-EC1B-43AB-B8E3-936CCA429755}"/>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wd">
                                    <p:tmPct val="10000"/>
                                  </p:iterate>
                                  <p:childTnLst>
                                    <p:set>
                                      <p:cBhvr>
                                        <p:cTn id="16" dur="1" fill="hold">
                                          <p:stCondLst>
                                            <p:cond delay="0"/>
                                          </p:stCondLst>
                                        </p:cTn>
                                        <p:tgtEl>
                                          <p:spTgt spid="5">
                                            <p:graphicEl>
                                              <a:dgm id="{7C44DA1E-8704-4A7D-95FC-A1B433FDFD9F}"/>
                                            </p:graphicEl>
                                          </p:spTgt>
                                        </p:tgtEl>
                                        <p:attrNameLst>
                                          <p:attrName>style.visibility</p:attrName>
                                        </p:attrNameLst>
                                      </p:cBhvr>
                                      <p:to>
                                        <p:strVal val="visible"/>
                                      </p:to>
                                    </p:set>
                                    <p:animEffect transition="in" filter="fade">
                                      <p:cBhvr>
                                        <p:cTn id="17" dur="500"/>
                                        <p:tgtEl>
                                          <p:spTgt spid="5">
                                            <p:graphicEl>
                                              <a:dgm id="{7C44DA1E-8704-4A7D-95FC-A1B433FDFD9F}"/>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iterate type="wd">
                                    <p:tmPct val="10000"/>
                                  </p:iterate>
                                  <p:childTnLst>
                                    <p:set>
                                      <p:cBhvr>
                                        <p:cTn id="21" dur="1" fill="hold">
                                          <p:stCondLst>
                                            <p:cond delay="0"/>
                                          </p:stCondLst>
                                        </p:cTn>
                                        <p:tgtEl>
                                          <p:spTgt spid="5">
                                            <p:graphicEl>
                                              <a:dgm id="{3069D9EF-89A9-4421-9946-3DC24F4D5343}"/>
                                            </p:graphicEl>
                                          </p:spTgt>
                                        </p:tgtEl>
                                        <p:attrNameLst>
                                          <p:attrName>style.visibility</p:attrName>
                                        </p:attrNameLst>
                                      </p:cBhvr>
                                      <p:to>
                                        <p:strVal val="visible"/>
                                      </p:to>
                                    </p:set>
                                    <p:animEffect transition="in" filter="fade">
                                      <p:cBhvr>
                                        <p:cTn id="22" dur="500"/>
                                        <p:tgtEl>
                                          <p:spTgt spid="5">
                                            <p:graphicEl>
                                              <a:dgm id="{3069D9EF-89A9-4421-9946-3DC24F4D5343}"/>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wd">
                                    <p:tmPct val="10000"/>
                                  </p:iterate>
                                  <p:childTnLst>
                                    <p:set>
                                      <p:cBhvr>
                                        <p:cTn id="26" dur="1" fill="hold">
                                          <p:stCondLst>
                                            <p:cond delay="0"/>
                                          </p:stCondLst>
                                        </p:cTn>
                                        <p:tgtEl>
                                          <p:spTgt spid="5">
                                            <p:graphicEl>
                                              <a:dgm id="{0D25284F-3086-42D1-940D-3C2318F01298}"/>
                                            </p:graphicEl>
                                          </p:spTgt>
                                        </p:tgtEl>
                                        <p:attrNameLst>
                                          <p:attrName>style.visibility</p:attrName>
                                        </p:attrNameLst>
                                      </p:cBhvr>
                                      <p:to>
                                        <p:strVal val="visible"/>
                                      </p:to>
                                    </p:set>
                                    <p:animEffect transition="in" filter="fade">
                                      <p:cBhvr>
                                        <p:cTn id="27" dur="500"/>
                                        <p:tgtEl>
                                          <p:spTgt spid="5">
                                            <p:graphicEl>
                                              <a:dgm id="{0D25284F-3086-42D1-940D-3C2318F01298}"/>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wd">
                                    <p:tmPct val="10000"/>
                                  </p:iterate>
                                  <p:childTnLst>
                                    <p:set>
                                      <p:cBhvr>
                                        <p:cTn id="31" dur="1" fill="hold">
                                          <p:stCondLst>
                                            <p:cond delay="0"/>
                                          </p:stCondLst>
                                        </p:cTn>
                                        <p:tgtEl>
                                          <p:spTgt spid="5">
                                            <p:graphicEl>
                                              <a:dgm id="{3C7D2D4C-BF20-428C-A315-A4B807B9B965}"/>
                                            </p:graphicEl>
                                          </p:spTgt>
                                        </p:tgtEl>
                                        <p:attrNameLst>
                                          <p:attrName>style.visibility</p:attrName>
                                        </p:attrNameLst>
                                      </p:cBhvr>
                                      <p:to>
                                        <p:strVal val="visible"/>
                                      </p:to>
                                    </p:set>
                                    <p:animEffect transition="in" filter="fade">
                                      <p:cBhvr>
                                        <p:cTn id="32" dur="500"/>
                                        <p:tgtEl>
                                          <p:spTgt spid="5">
                                            <p:graphicEl>
                                              <a:dgm id="{3C7D2D4C-BF20-428C-A315-A4B807B9B965}"/>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iterate type="wd">
                                    <p:tmPct val="10000"/>
                                  </p:iterate>
                                  <p:childTnLst>
                                    <p:set>
                                      <p:cBhvr>
                                        <p:cTn id="36" dur="1" fill="hold">
                                          <p:stCondLst>
                                            <p:cond delay="0"/>
                                          </p:stCondLst>
                                        </p:cTn>
                                        <p:tgtEl>
                                          <p:spTgt spid="5">
                                            <p:graphicEl>
                                              <a:dgm id="{599D2F01-92B6-421C-A487-B356B4AE6A84}"/>
                                            </p:graphicEl>
                                          </p:spTgt>
                                        </p:tgtEl>
                                        <p:attrNameLst>
                                          <p:attrName>style.visibility</p:attrName>
                                        </p:attrNameLst>
                                      </p:cBhvr>
                                      <p:to>
                                        <p:strVal val="visible"/>
                                      </p:to>
                                    </p:set>
                                    <p:animEffect transition="in" filter="fade">
                                      <p:cBhvr>
                                        <p:cTn id="37" dur="500"/>
                                        <p:tgtEl>
                                          <p:spTgt spid="5">
                                            <p:graphicEl>
                                              <a:dgm id="{599D2F01-92B6-421C-A487-B356B4AE6A84}"/>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iterate type="wd">
                                    <p:tmPct val="10000"/>
                                  </p:iterate>
                                  <p:childTnLst>
                                    <p:set>
                                      <p:cBhvr>
                                        <p:cTn id="41" dur="1" fill="hold">
                                          <p:stCondLst>
                                            <p:cond delay="0"/>
                                          </p:stCondLst>
                                        </p:cTn>
                                        <p:tgtEl>
                                          <p:spTgt spid="5">
                                            <p:graphicEl>
                                              <a:dgm id="{377612A8-9F50-4D63-94A5-CE5D8327C0C9}"/>
                                            </p:graphicEl>
                                          </p:spTgt>
                                        </p:tgtEl>
                                        <p:attrNameLst>
                                          <p:attrName>style.visibility</p:attrName>
                                        </p:attrNameLst>
                                      </p:cBhvr>
                                      <p:to>
                                        <p:strVal val="visible"/>
                                      </p:to>
                                    </p:set>
                                    <p:animEffect transition="in" filter="fade">
                                      <p:cBhvr>
                                        <p:cTn id="42" dur="500"/>
                                        <p:tgtEl>
                                          <p:spTgt spid="5">
                                            <p:graphicEl>
                                              <a:dgm id="{377612A8-9F50-4D63-94A5-CE5D8327C0C9}"/>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iterate type="wd">
                                    <p:tmPct val="10000"/>
                                  </p:iterate>
                                  <p:childTnLst>
                                    <p:set>
                                      <p:cBhvr>
                                        <p:cTn id="46" dur="1" fill="hold">
                                          <p:stCondLst>
                                            <p:cond delay="0"/>
                                          </p:stCondLst>
                                        </p:cTn>
                                        <p:tgtEl>
                                          <p:spTgt spid="5">
                                            <p:graphicEl>
                                              <a:dgm id="{13531C78-EDB7-41F2-9BB7-BACE00D0D45A}"/>
                                            </p:graphicEl>
                                          </p:spTgt>
                                        </p:tgtEl>
                                        <p:attrNameLst>
                                          <p:attrName>style.visibility</p:attrName>
                                        </p:attrNameLst>
                                      </p:cBhvr>
                                      <p:to>
                                        <p:strVal val="visible"/>
                                      </p:to>
                                    </p:set>
                                    <p:animEffect transition="in" filter="fade">
                                      <p:cBhvr>
                                        <p:cTn id="47" dur="500"/>
                                        <p:tgtEl>
                                          <p:spTgt spid="5">
                                            <p:graphicEl>
                                              <a:dgm id="{13531C78-EDB7-41F2-9BB7-BACE00D0D45A}"/>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iterate type="wd">
                                    <p:tmPct val="10000"/>
                                  </p:iterate>
                                  <p:childTnLst>
                                    <p:set>
                                      <p:cBhvr>
                                        <p:cTn id="51" dur="1" fill="hold">
                                          <p:stCondLst>
                                            <p:cond delay="0"/>
                                          </p:stCondLst>
                                        </p:cTn>
                                        <p:tgtEl>
                                          <p:spTgt spid="5">
                                            <p:graphicEl>
                                              <a:dgm id="{F29D6FB8-FAE7-474F-956E-364D78FA59EF}"/>
                                            </p:graphicEl>
                                          </p:spTgt>
                                        </p:tgtEl>
                                        <p:attrNameLst>
                                          <p:attrName>style.visibility</p:attrName>
                                        </p:attrNameLst>
                                      </p:cBhvr>
                                      <p:to>
                                        <p:strVal val="visible"/>
                                      </p:to>
                                    </p:set>
                                    <p:animEffect transition="in" filter="fade">
                                      <p:cBhvr>
                                        <p:cTn id="52" dur="500"/>
                                        <p:tgtEl>
                                          <p:spTgt spid="5">
                                            <p:graphicEl>
                                              <a:dgm id="{F29D6FB8-FAE7-474F-956E-364D78FA59EF}"/>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iterate type="wd">
                                    <p:tmPct val="10000"/>
                                  </p:iterate>
                                  <p:childTnLst>
                                    <p:set>
                                      <p:cBhvr>
                                        <p:cTn id="56" dur="1" fill="hold">
                                          <p:stCondLst>
                                            <p:cond delay="0"/>
                                          </p:stCondLst>
                                        </p:cTn>
                                        <p:tgtEl>
                                          <p:spTgt spid="5">
                                            <p:graphicEl>
                                              <a:dgm id="{EB23BD69-2231-4C98-9158-A9378AE53045}"/>
                                            </p:graphicEl>
                                          </p:spTgt>
                                        </p:tgtEl>
                                        <p:attrNameLst>
                                          <p:attrName>style.visibility</p:attrName>
                                        </p:attrNameLst>
                                      </p:cBhvr>
                                      <p:to>
                                        <p:strVal val="visible"/>
                                      </p:to>
                                    </p:set>
                                    <p:animEffect transition="in" filter="fade">
                                      <p:cBhvr>
                                        <p:cTn id="57" dur="500"/>
                                        <p:tgtEl>
                                          <p:spTgt spid="5">
                                            <p:graphicEl>
                                              <a:dgm id="{EB23BD69-2231-4C98-9158-A9378AE53045}"/>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iterate type="wd">
                                    <p:tmPct val="10000"/>
                                  </p:iterate>
                                  <p:childTnLst>
                                    <p:set>
                                      <p:cBhvr>
                                        <p:cTn id="61" dur="1" fill="hold">
                                          <p:stCondLst>
                                            <p:cond delay="0"/>
                                          </p:stCondLst>
                                        </p:cTn>
                                        <p:tgtEl>
                                          <p:spTgt spid="5">
                                            <p:graphicEl>
                                              <a:dgm id="{CD45B8D5-754C-41DE-A33A-70A67BE7E543}"/>
                                            </p:graphicEl>
                                          </p:spTgt>
                                        </p:tgtEl>
                                        <p:attrNameLst>
                                          <p:attrName>style.visibility</p:attrName>
                                        </p:attrNameLst>
                                      </p:cBhvr>
                                      <p:to>
                                        <p:strVal val="visible"/>
                                      </p:to>
                                    </p:set>
                                    <p:animEffect transition="in" filter="fade">
                                      <p:cBhvr>
                                        <p:cTn id="62" dur="500"/>
                                        <p:tgtEl>
                                          <p:spTgt spid="5">
                                            <p:graphicEl>
                                              <a:dgm id="{CD45B8D5-754C-41DE-A33A-70A67BE7E543}"/>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iterate type="wd">
                                    <p:tmPct val="10000"/>
                                  </p:iterate>
                                  <p:childTnLst>
                                    <p:set>
                                      <p:cBhvr>
                                        <p:cTn id="66" dur="1" fill="hold">
                                          <p:stCondLst>
                                            <p:cond delay="0"/>
                                          </p:stCondLst>
                                        </p:cTn>
                                        <p:tgtEl>
                                          <p:spTgt spid="5">
                                            <p:graphicEl>
                                              <a:dgm id="{EF5EEAF8-7AB1-40A6-8616-F8FC917FA7E7}"/>
                                            </p:graphicEl>
                                          </p:spTgt>
                                        </p:tgtEl>
                                        <p:attrNameLst>
                                          <p:attrName>style.visibility</p:attrName>
                                        </p:attrNameLst>
                                      </p:cBhvr>
                                      <p:to>
                                        <p:strVal val="visible"/>
                                      </p:to>
                                    </p:set>
                                    <p:animEffect transition="in" filter="fade">
                                      <p:cBhvr>
                                        <p:cTn id="67" dur="500"/>
                                        <p:tgtEl>
                                          <p:spTgt spid="5">
                                            <p:graphicEl>
                                              <a:dgm id="{EF5EEAF8-7AB1-40A6-8616-F8FC917FA7E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5"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82F2B-E96D-DB94-0207-6E030F99DBCD}"/>
              </a:ext>
            </a:extLst>
          </p:cNvPr>
          <p:cNvSpPr>
            <a:spLocks noGrp="1"/>
          </p:cNvSpPr>
          <p:nvPr>
            <p:ph type="title"/>
          </p:nvPr>
        </p:nvSpPr>
        <p:spPr/>
        <p:txBody>
          <a:bodyPr/>
          <a:lstStyle/>
          <a:p>
            <a:r>
              <a:rPr lang="en-GB" dirty="0"/>
              <a:t>exercise</a:t>
            </a:r>
          </a:p>
        </p:txBody>
      </p:sp>
      <p:sp>
        <p:nvSpPr>
          <p:cNvPr id="3" name="Content Placeholder 2">
            <a:extLst>
              <a:ext uri="{FF2B5EF4-FFF2-40B4-BE49-F238E27FC236}">
                <a16:creationId xmlns:a16="http://schemas.microsoft.com/office/drawing/2014/main" id="{409A6B44-1928-70DD-AEAF-1F5466ACD2D7}"/>
              </a:ext>
            </a:extLst>
          </p:cNvPr>
          <p:cNvSpPr>
            <a:spLocks noGrp="1"/>
          </p:cNvSpPr>
          <p:nvPr>
            <p:ph idx="1"/>
          </p:nvPr>
        </p:nvSpPr>
        <p:spPr/>
        <p:txBody>
          <a:bodyPr/>
          <a:lstStyle/>
          <a:p>
            <a:r>
              <a:rPr lang="en-GB" sz="1800" kern="0" spc="10" dirty="0" err="1">
                <a:solidFill>
                  <a:srgbClr val="434343"/>
                </a:solidFill>
                <a:effectLst/>
                <a:latin typeface="Arial" panose="020B0604020202020204" pitchFamily="34" charset="0"/>
                <a:ea typeface="Times New Roman" panose="02020603050405020304" pitchFamily="18" charset="0"/>
              </a:rPr>
              <a:t>Laural</a:t>
            </a:r>
            <a:r>
              <a:rPr lang="en-GB" sz="1800" kern="0" spc="10" dirty="0">
                <a:solidFill>
                  <a:srgbClr val="434343"/>
                </a:solidFill>
                <a:effectLst/>
                <a:latin typeface="Arial" panose="020B0604020202020204" pitchFamily="34" charset="0"/>
                <a:ea typeface="Times New Roman" panose="02020603050405020304" pitchFamily="18" charset="0"/>
              </a:rPr>
              <a:t>, </a:t>
            </a:r>
            <a:r>
              <a:rPr lang="en-GB" sz="1800" kern="0" spc="10" dirty="0" err="1">
                <a:solidFill>
                  <a:srgbClr val="434343"/>
                </a:solidFill>
                <a:effectLst/>
                <a:latin typeface="Arial" panose="020B0604020202020204" pitchFamily="34" charset="0"/>
                <a:ea typeface="Times New Roman" panose="02020603050405020304" pitchFamily="18" charset="0"/>
              </a:rPr>
              <a:t>Yanny</a:t>
            </a:r>
            <a:r>
              <a:rPr lang="en-GB" sz="1800" kern="0" spc="10" dirty="0">
                <a:solidFill>
                  <a:srgbClr val="434343"/>
                </a:solidFill>
                <a:effectLst/>
                <a:latin typeface="Arial" panose="020B0604020202020204" pitchFamily="34" charset="0"/>
                <a:ea typeface="Times New Roman" panose="02020603050405020304" pitchFamily="18" charset="0"/>
              </a:rPr>
              <a:t>, and the dress</a:t>
            </a:r>
            <a:endParaRPr lang="en-GB" dirty="0"/>
          </a:p>
        </p:txBody>
      </p:sp>
    </p:spTree>
    <p:extLst>
      <p:ext uri="{BB962C8B-B14F-4D97-AF65-F5344CB8AC3E}">
        <p14:creationId xmlns:p14="http://schemas.microsoft.com/office/powerpoint/2010/main" val="2402229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75BC-F259-2B86-D464-2EF2E4D75C7C}"/>
              </a:ext>
            </a:extLst>
          </p:cNvPr>
          <p:cNvSpPr>
            <a:spLocks noGrp="1"/>
          </p:cNvSpPr>
          <p:nvPr>
            <p:ph type="title"/>
          </p:nvPr>
        </p:nvSpPr>
        <p:spPr>
          <a:xfrm>
            <a:off x="6901435" y="2386744"/>
            <a:ext cx="4486656" cy="1645920"/>
          </a:xfrm>
        </p:spPr>
        <p:txBody>
          <a:bodyPr vert="horz" lIns="274320" tIns="182880" rIns="274320" bIns="182880" rtlCol="0" anchor="ctr" anchorCtr="1">
            <a:normAutofit/>
          </a:bodyPr>
          <a:lstStyle/>
          <a:p>
            <a:r>
              <a:rPr lang="en-US" sz="3000"/>
              <a:t>Some Powerful empathy statements</a:t>
            </a:r>
          </a:p>
        </p:txBody>
      </p:sp>
      <p:sp>
        <p:nvSpPr>
          <p:cNvPr id="16" name="Rectangle 15">
            <a:extLst>
              <a:ext uri="{FF2B5EF4-FFF2-40B4-BE49-F238E27FC236}">
                <a16:creationId xmlns:a16="http://schemas.microsoft.com/office/drawing/2014/main" id="{733DEE68-6B15-49E1-8C6F-EE553B0597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30" y="640080"/>
            <a:ext cx="5455920"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C3F07C8-CCA3-4D2E-A900-8396148C1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198" y="802767"/>
            <a:ext cx="5129784" cy="49377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EE1833CB-01F0-563A-4170-5203AE45A8E5}"/>
              </a:ext>
            </a:extLst>
          </p:cNvPr>
          <p:cNvSpPr>
            <a:spLocks noGrp="1"/>
          </p:cNvSpPr>
          <p:nvPr>
            <p:ph idx="1"/>
          </p:nvPr>
        </p:nvSpPr>
        <p:spPr>
          <a:xfrm>
            <a:off x="884583" y="917462"/>
            <a:ext cx="4965711" cy="4700579"/>
          </a:xfrm>
        </p:spPr>
        <p:txBody>
          <a:bodyPr>
            <a:normAutofit/>
          </a:bodyPr>
          <a:lstStyle/>
          <a:p>
            <a:pPr marL="342900" indent="-342900">
              <a:buFont typeface="+mj-lt"/>
              <a:buAutoNum type="arabicPeriod"/>
            </a:pPr>
            <a:r>
              <a:rPr lang="en-GB" sz="2000" dirty="0"/>
              <a:t>“Thank you for bringing this to our attention”</a:t>
            </a:r>
          </a:p>
          <a:p>
            <a:pPr marL="342900" indent="-342900">
              <a:buFont typeface="+mj-lt"/>
              <a:buAutoNum type="arabicPeriod"/>
            </a:pPr>
            <a:r>
              <a:rPr lang="en-GB" sz="2000" dirty="0"/>
              <a:t>“I understand how you feel”</a:t>
            </a:r>
          </a:p>
          <a:p>
            <a:pPr marL="342900" indent="-342900">
              <a:buFont typeface="+mj-lt"/>
              <a:buAutoNum type="arabicPeriod"/>
            </a:pPr>
            <a:r>
              <a:rPr lang="en-GB" sz="2000" dirty="0"/>
              <a:t>“Please let me know if my understanding of your problem is accurate - ”</a:t>
            </a:r>
          </a:p>
          <a:p>
            <a:pPr marL="342900" indent="-342900">
              <a:buFont typeface="+mj-lt"/>
              <a:buAutoNum type="arabicPeriod"/>
            </a:pPr>
            <a:r>
              <a:rPr lang="en-GB" sz="2000" dirty="0"/>
              <a:t>“I’m sorry you’re facing this issue”</a:t>
            </a:r>
          </a:p>
          <a:p>
            <a:pPr marL="342900" indent="-342900">
              <a:buFont typeface="+mj-lt"/>
              <a:buAutoNum type="arabicPeriod"/>
            </a:pPr>
            <a:r>
              <a:rPr lang="en-GB" sz="2000" dirty="0"/>
              <a:t>“I would do the same if I were in your position too”</a:t>
            </a:r>
          </a:p>
          <a:p>
            <a:pPr marL="342900" indent="-342900">
              <a:buFont typeface="+mj-lt"/>
              <a:buAutoNum type="arabicPeriod"/>
            </a:pPr>
            <a:r>
              <a:rPr lang="en-GB" sz="2000" dirty="0"/>
              <a:t>“Your anger/frustration is completely justified”</a:t>
            </a:r>
          </a:p>
          <a:p>
            <a:pPr marL="342900" indent="-342900">
              <a:buFont typeface="+mj-lt"/>
              <a:buAutoNum type="arabicPeriod"/>
            </a:pPr>
            <a:r>
              <a:rPr lang="en-GB" sz="2000" dirty="0"/>
              <a:t>“Here’s what you can do – ”</a:t>
            </a:r>
          </a:p>
          <a:p>
            <a:pPr marL="342900" indent="-342900">
              <a:buFont typeface="+mj-lt"/>
              <a:buAutoNum type="arabicPeriod"/>
            </a:pPr>
            <a:endParaRPr lang="en-GB" sz="2000" dirty="0"/>
          </a:p>
        </p:txBody>
      </p:sp>
    </p:spTree>
    <p:extLst>
      <p:ext uri="{BB962C8B-B14F-4D97-AF65-F5344CB8AC3E}">
        <p14:creationId xmlns:p14="http://schemas.microsoft.com/office/powerpoint/2010/main" val="291297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iterate type="wd">
                                    <p:tmPct val="5000"/>
                                  </p:iterate>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anim calcmode="lin" valueType="num">
                                      <p:cBhvr>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5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iterate type="wd">
                                    <p:tmPct val="5000"/>
                                  </p:iterate>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500"/>
                                        <p:tgtEl>
                                          <p:spTgt spid="5">
                                            <p:txEl>
                                              <p:pRg st="1" end="1"/>
                                            </p:txEl>
                                          </p:spTgt>
                                        </p:tgtEl>
                                      </p:cBhvr>
                                    </p:animEffect>
                                    <p:anim calcmode="lin" valueType="num">
                                      <p:cBhvr>
                                        <p:cTn id="20"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iterate type="wd">
                                    <p:tmPct val="5000"/>
                                  </p:iterate>
                                  <p:childTnLst>
                                    <p:set>
                                      <p:cBhvr>
                                        <p:cTn id="25" dur="1" fill="hold">
                                          <p:stCondLst>
                                            <p:cond delay="0"/>
                                          </p:stCondLst>
                                        </p:cTn>
                                        <p:tgtEl>
                                          <p:spTgt spid="5">
                                            <p:txEl>
                                              <p:pRg st="2" end="2"/>
                                            </p:txEl>
                                          </p:spTgt>
                                        </p:tgtEl>
                                        <p:attrNameLst>
                                          <p:attrName>style.visibility</p:attrName>
                                        </p:attrNameLst>
                                      </p:cBhvr>
                                      <p:to>
                                        <p:strVal val="visible"/>
                                      </p:to>
                                    </p:set>
                                    <p:animEffect transition="in" filter="fade">
                                      <p:cBhvr>
                                        <p:cTn id="26" dur="500"/>
                                        <p:tgtEl>
                                          <p:spTgt spid="5">
                                            <p:txEl>
                                              <p:pRg st="2" end="2"/>
                                            </p:txEl>
                                          </p:spTgt>
                                        </p:tgtEl>
                                      </p:cBhvr>
                                    </p:animEffect>
                                    <p:anim calcmode="lin" valueType="num">
                                      <p:cBhvr>
                                        <p:cTn id="2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iterate type="wd">
                                    <p:tmPct val="5000"/>
                                  </p:iterate>
                                  <p:childTnLst>
                                    <p:set>
                                      <p:cBhvr>
                                        <p:cTn id="32" dur="1" fill="hold">
                                          <p:stCondLst>
                                            <p:cond delay="0"/>
                                          </p:stCondLst>
                                        </p:cTn>
                                        <p:tgtEl>
                                          <p:spTgt spid="5">
                                            <p:txEl>
                                              <p:pRg st="3" end="3"/>
                                            </p:txEl>
                                          </p:spTgt>
                                        </p:tgtEl>
                                        <p:attrNameLst>
                                          <p:attrName>style.visibility</p:attrName>
                                        </p:attrNameLst>
                                      </p:cBhvr>
                                      <p:to>
                                        <p:strVal val="visible"/>
                                      </p:to>
                                    </p:set>
                                    <p:animEffect transition="in" filter="fade">
                                      <p:cBhvr>
                                        <p:cTn id="33" dur="500"/>
                                        <p:tgtEl>
                                          <p:spTgt spid="5">
                                            <p:txEl>
                                              <p:pRg st="3" end="3"/>
                                            </p:txEl>
                                          </p:spTgt>
                                        </p:tgtEl>
                                      </p:cBhvr>
                                    </p:animEffect>
                                    <p:anim calcmode="lin" valueType="num">
                                      <p:cBhvr>
                                        <p:cTn id="34"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5" dur="5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iterate type="wd">
                                    <p:tmPct val="5000"/>
                                  </p:iterate>
                                  <p:childTnLst>
                                    <p:set>
                                      <p:cBhvr>
                                        <p:cTn id="39" dur="1" fill="hold">
                                          <p:stCondLst>
                                            <p:cond delay="0"/>
                                          </p:stCondLst>
                                        </p:cTn>
                                        <p:tgtEl>
                                          <p:spTgt spid="5">
                                            <p:txEl>
                                              <p:pRg st="4" end="4"/>
                                            </p:txEl>
                                          </p:spTgt>
                                        </p:tgtEl>
                                        <p:attrNameLst>
                                          <p:attrName>style.visibility</p:attrName>
                                        </p:attrNameLst>
                                      </p:cBhvr>
                                      <p:to>
                                        <p:strVal val="visible"/>
                                      </p:to>
                                    </p:set>
                                    <p:animEffect transition="in" filter="fade">
                                      <p:cBhvr>
                                        <p:cTn id="40" dur="500"/>
                                        <p:tgtEl>
                                          <p:spTgt spid="5">
                                            <p:txEl>
                                              <p:pRg st="4" end="4"/>
                                            </p:txEl>
                                          </p:spTgt>
                                        </p:tgtEl>
                                      </p:cBhvr>
                                    </p:animEffect>
                                    <p:anim calcmode="lin" valueType="num">
                                      <p:cBhvr>
                                        <p:cTn id="4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2" dur="5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iterate type="wd">
                                    <p:tmPct val="5000"/>
                                  </p:iterate>
                                  <p:childTnLst>
                                    <p:set>
                                      <p:cBhvr>
                                        <p:cTn id="46" dur="1" fill="hold">
                                          <p:stCondLst>
                                            <p:cond delay="0"/>
                                          </p:stCondLst>
                                        </p:cTn>
                                        <p:tgtEl>
                                          <p:spTgt spid="5">
                                            <p:txEl>
                                              <p:pRg st="5" end="5"/>
                                            </p:txEl>
                                          </p:spTgt>
                                        </p:tgtEl>
                                        <p:attrNameLst>
                                          <p:attrName>style.visibility</p:attrName>
                                        </p:attrNameLst>
                                      </p:cBhvr>
                                      <p:to>
                                        <p:strVal val="visible"/>
                                      </p:to>
                                    </p:set>
                                    <p:animEffect transition="in" filter="fade">
                                      <p:cBhvr>
                                        <p:cTn id="47" dur="500"/>
                                        <p:tgtEl>
                                          <p:spTgt spid="5">
                                            <p:txEl>
                                              <p:pRg st="5" end="5"/>
                                            </p:txEl>
                                          </p:spTgt>
                                        </p:tgtEl>
                                      </p:cBhvr>
                                    </p:animEffect>
                                    <p:anim calcmode="lin" valueType="num">
                                      <p:cBhvr>
                                        <p:cTn id="48"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49" dur="5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iterate type="wd">
                                    <p:tmPct val="5000"/>
                                  </p:iterate>
                                  <p:childTnLst>
                                    <p:set>
                                      <p:cBhvr>
                                        <p:cTn id="53" dur="1" fill="hold">
                                          <p:stCondLst>
                                            <p:cond delay="0"/>
                                          </p:stCondLst>
                                        </p:cTn>
                                        <p:tgtEl>
                                          <p:spTgt spid="5">
                                            <p:txEl>
                                              <p:pRg st="6" end="6"/>
                                            </p:txEl>
                                          </p:spTgt>
                                        </p:tgtEl>
                                        <p:attrNameLst>
                                          <p:attrName>style.visibility</p:attrName>
                                        </p:attrNameLst>
                                      </p:cBhvr>
                                      <p:to>
                                        <p:strVal val="visible"/>
                                      </p:to>
                                    </p:set>
                                    <p:animEffect transition="in" filter="fade">
                                      <p:cBhvr>
                                        <p:cTn id="54" dur="500"/>
                                        <p:tgtEl>
                                          <p:spTgt spid="5">
                                            <p:txEl>
                                              <p:pRg st="6" end="6"/>
                                            </p:txEl>
                                          </p:spTgt>
                                        </p:tgtEl>
                                      </p:cBhvr>
                                    </p:animEffect>
                                    <p:anim calcmode="lin" valueType="num">
                                      <p:cBhvr>
                                        <p:cTn id="5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56" dur="5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8D508C-A317-451C-AB61-8A699E357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1406"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09B25A1-9CB9-1F69-3EEA-929F7DEBC1F6}"/>
              </a:ext>
            </a:extLst>
          </p:cNvPr>
          <p:cNvSpPr>
            <a:spLocks noGrp="1"/>
          </p:cNvSpPr>
          <p:nvPr>
            <p:ph type="title"/>
          </p:nvPr>
        </p:nvSpPr>
        <p:spPr>
          <a:xfrm>
            <a:off x="1600200" y="2567226"/>
            <a:ext cx="8991600" cy="1723549"/>
          </a:xfrm>
        </p:spPr>
        <p:txBody>
          <a:bodyPr vert="horz" lIns="274320" tIns="182880" rIns="274320" bIns="182880" rtlCol="0" anchor="ctr" anchorCtr="1">
            <a:normAutofit/>
          </a:bodyPr>
          <a:lstStyle/>
          <a:p>
            <a:r>
              <a:rPr lang="en-US" sz="4000" kern="1200" cap="all" spc="200" baseline="0">
                <a:solidFill>
                  <a:srgbClr val="262626"/>
                </a:solidFill>
                <a:latin typeface="+mj-lt"/>
                <a:ea typeface="+mj-ea"/>
                <a:cs typeface="+mj-cs"/>
              </a:rPr>
              <a:t>Be empathic!</a:t>
            </a:r>
          </a:p>
        </p:txBody>
      </p:sp>
    </p:spTree>
    <p:extLst>
      <p:ext uri="{BB962C8B-B14F-4D97-AF65-F5344CB8AC3E}">
        <p14:creationId xmlns:p14="http://schemas.microsoft.com/office/powerpoint/2010/main" val="3437972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FBAD4-3A66-2CD5-8D9B-6D560CF0FC87}"/>
              </a:ext>
            </a:extLst>
          </p:cNvPr>
          <p:cNvSpPr>
            <a:spLocks noGrp="1"/>
          </p:cNvSpPr>
          <p:nvPr>
            <p:ph type="title"/>
          </p:nvPr>
        </p:nvSpPr>
        <p:spPr/>
        <p:txBody>
          <a:bodyPr/>
          <a:lstStyle/>
          <a:p>
            <a:r>
              <a:rPr lang="en-GB" dirty="0"/>
              <a:t>NOTES</a:t>
            </a:r>
          </a:p>
        </p:txBody>
      </p:sp>
    </p:spTree>
    <p:extLst>
      <p:ext uri="{BB962C8B-B14F-4D97-AF65-F5344CB8AC3E}">
        <p14:creationId xmlns:p14="http://schemas.microsoft.com/office/powerpoint/2010/main" val="556507150"/>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342</TotalTime>
  <Words>1483</Words>
  <Application>Microsoft Office PowerPoint</Application>
  <PresentationFormat>Widescreen</PresentationFormat>
  <Paragraphs>122</Paragraphs>
  <Slides>20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Avenir</vt:lpstr>
      <vt:lpstr>Avenir Bold</vt:lpstr>
      <vt:lpstr>Calibri</vt:lpstr>
      <vt:lpstr>Georgia</vt:lpstr>
      <vt:lpstr>Gill Sans MT</vt:lpstr>
      <vt:lpstr>Merriweather</vt:lpstr>
      <vt:lpstr>Parcel</vt:lpstr>
      <vt:lpstr>Empathy</vt:lpstr>
      <vt:lpstr>Definitions</vt:lpstr>
      <vt:lpstr>WHERE ARE WE TODAY?</vt:lpstr>
      <vt:lpstr>Empathy is Number ONE  rule for “new product innovation success” The Nielsen Breakthrough Innovation Report</vt:lpstr>
      <vt:lpstr>Empathy improves satisfaction  Sung, Stan and Mark. 2004 </vt:lpstr>
      <vt:lpstr>The empathy delusion in marketing Reach Solutions</vt:lpstr>
      <vt:lpstr>The empathy deficit in business costs the average brand over $300m lost in revenue every year  M&amp;C Saatchi </vt:lpstr>
      <vt:lpstr>The empathy deficit and the 80:8 rule.  Bain and Company</vt:lpstr>
      <vt:lpstr>HOW EMPATHY CONTRIBUTES TO POSITIVE OUTCOMES (Forbes)</vt:lpstr>
      <vt:lpstr>Empathy in Customer Service</vt:lpstr>
      <vt:lpstr>Example </vt:lpstr>
      <vt:lpstr>Why is empathy important in customer service? </vt:lpstr>
      <vt:lpstr>Identifying an empathy problem</vt:lpstr>
      <vt:lpstr>How to build empathy?</vt:lpstr>
      <vt:lpstr>Exercise</vt:lpstr>
      <vt:lpstr>Practical ways to empathize with a customer</vt:lpstr>
      <vt:lpstr>exercise</vt:lpstr>
      <vt:lpstr>Some Powerful empathy statements</vt:lpstr>
      <vt:lpstr>Be empathic!</vt:lpstr>
      <vt:lpstr>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dc:title>
  <dc:creator>Peter James</dc:creator>
  <cp:lastModifiedBy>Peter James</cp:lastModifiedBy>
  <cp:revision>1</cp:revision>
  <dcterms:created xsi:type="dcterms:W3CDTF">2022-12-13T08:33:13Z</dcterms:created>
  <dcterms:modified xsi:type="dcterms:W3CDTF">2023-04-19T14:33:31Z</dcterms:modified>
</cp:coreProperties>
</file>