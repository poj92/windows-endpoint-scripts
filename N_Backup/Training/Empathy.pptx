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82" r:id="rId4"/>
    <p:sldId id="289" r:id="rId5"/>
    <p:sldId id="298" r:id="rId6"/>
    <p:sldId id="299" r:id="rId7"/>
    <p:sldId id="300" r:id="rId8"/>
    <p:sldId id="302" r:id="rId9"/>
    <p:sldId id="303" r:id="rId10"/>
    <p:sldId id="304" r:id="rId11"/>
    <p:sldId id="296" r:id="rId12"/>
    <p:sldId id="261" r:id="rId13"/>
    <p:sldId id="306" r:id="rId14"/>
    <p:sldId id="264" r:id="rId15"/>
    <p:sldId id="266" r:id="rId16"/>
    <p:sldId id="267" r:id="rId17"/>
    <p:sldId id="271" r:id="rId18"/>
    <p:sldId id="307" r:id="rId19"/>
    <p:sldId id="30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DE911E-1109-4A4F-B6BD-8DBD4D78B1F9}" v="271" dt="2023-02-23T12:28:09.2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1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mes" userId="42ed6fb6-03df-44fa-ad94-6bcf829c2de6" providerId="ADAL" clId="{E89D7401-C4D1-4C89-BDDC-E4348750662D}"/>
    <pc:docChg chg="undo custSel addSld delSld modSld sldOrd">
      <pc:chgData name="Peter James" userId="42ed6fb6-03df-44fa-ad94-6bcf829c2de6" providerId="ADAL" clId="{E89D7401-C4D1-4C89-BDDC-E4348750662D}" dt="2023-01-12T16:37:13.769" v="3365" actId="47"/>
      <pc:docMkLst>
        <pc:docMk/>
      </pc:docMkLst>
      <pc:sldChg chg="addSp delSp modSp mod setBg addAnim setClrOvrMap">
        <pc:chgData name="Peter James" userId="42ed6fb6-03df-44fa-ad94-6bcf829c2de6" providerId="ADAL" clId="{E89D7401-C4D1-4C89-BDDC-E4348750662D}" dt="2023-01-12T16:10:38.648" v="2846"/>
        <pc:sldMkLst>
          <pc:docMk/>
          <pc:sldMk cId="3744903133" sldId="256"/>
        </pc:sldMkLst>
        <pc:spChg chg="mod">
          <ac:chgData name="Peter James" userId="42ed6fb6-03df-44fa-ad94-6bcf829c2de6" providerId="ADAL" clId="{E89D7401-C4D1-4C89-BDDC-E4348750662D}" dt="2023-01-12T16:10:19.037" v="2818" actId="26606"/>
          <ac:spMkLst>
            <pc:docMk/>
            <pc:sldMk cId="3744903133" sldId="256"/>
            <ac:spMk id="2" creationId="{520FC90E-B53A-DF66-F95C-FF552BA9BDF0}"/>
          </ac:spMkLst>
        </pc:spChg>
        <pc:spChg chg="mod">
          <ac:chgData name="Peter James" userId="42ed6fb6-03df-44fa-ad94-6bcf829c2de6" providerId="ADAL" clId="{E89D7401-C4D1-4C89-BDDC-E4348750662D}" dt="2023-01-12T16:10:33.737" v="2843" actId="20577"/>
          <ac:spMkLst>
            <pc:docMk/>
            <pc:sldMk cId="3744903133" sldId="256"/>
            <ac:spMk id="3" creationId="{835924D8-9EFE-8411-9E6F-A01A0C4E36C0}"/>
          </ac:spMkLst>
        </pc:spChg>
        <pc:spChg chg="add del">
          <ac:chgData name="Peter James" userId="42ed6fb6-03df-44fa-ad94-6bcf829c2de6" providerId="ADAL" clId="{E89D7401-C4D1-4C89-BDDC-E4348750662D}" dt="2023-01-12T16:10:38.646" v="2844" actId="26606"/>
          <ac:spMkLst>
            <pc:docMk/>
            <pc:sldMk cId="3744903133" sldId="256"/>
            <ac:spMk id="8" creationId="{168D508C-A317-451C-AB61-8A699E3570F1}"/>
          </ac:spMkLst>
        </pc:spChg>
        <pc:spChg chg="add">
          <ac:chgData name="Peter James" userId="42ed6fb6-03df-44fa-ad94-6bcf829c2de6" providerId="ADAL" clId="{E89D7401-C4D1-4C89-BDDC-E4348750662D}" dt="2023-01-12T16:10:38.646" v="2844" actId="26606"/>
          <ac:spMkLst>
            <pc:docMk/>
            <pc:sldMk cId="3744903133" sldId="256"/>
            <ac:spMk id="13" creationId="{168D508C-A317-451C-AB61-8A699E3570F1}"/>
          </ac:spMkLst>
        </pc:spChg>
      </pc:sldChg>
      <pc:sldChg chg="addSp delSp modSp mod setBg">
        <pc:chgData name="Peter James" userId="42ed6fb6-03df-44fa-ad94-6bcf829c2de6" providerId="ADAL" clId="{E89D7401-C4D1-4C89-BDDC-E4348750662D}" dt="2023-01-12T16:32:43.992" v="3290" actId="20577"/>
        <pc:sldMkLst>
          <pc:docMk/>
          <pc:sldMk cId="3929916046" sldId="257"/>
        </pc:sldMkLst>
        <pc:spChg chg="mod">
          <ac:chgData name="Peter James" userId="42ed6fb6-03df-44fa-ad94-6bcf829c2de6" providerId="ADAL" clId="{E89D7401-C4D1-4C89-BDDC-E4348750662D}" dt="2023-01-12T16:32:21.750" v="3277" actId="26606"/>
          <ac:spMkLst>
            <pc:docMk/>
            <pc:sldMk cId="3929916046" sldId="257"/>
            <ac:spMk id="2" creationId="{1CBFB893-53AB-A7DD-02B5-38C6ADADE695}"/>
          </ac:spMkLst>
        </pc:spChg>
        <pc:spChg chg="del mod">
          <ac:chgData name="Peter James" userId="42ed6fb6-03df-44fa-ad94-6bcf829c2de6" providerId="ADAL" clId="{E89D7401-C4D1-4C89-BDDC-E4348750662D}" dt="2022-12-14T10:00:07.460" v="91" actId="26606"/>
          <ac:spMkLst>
            <pc:docMk/>
            <pc:sldMk cId="3929916046" sldId="257"/>
            <ac:spMk id="3" creationId="{B79E6514-1C08-CCB2-9091-E506DB92ECE0}"/>
          </ac:spMkLst>
        </pc:spChg>
        <pc:spChg chg="add del">
          <ac:chgData name="Peter James" userId="42ed6fb6-03df-44fa-ad94-6bcf829c2de6" providerId="ADAL" clId="{E89D7401-C4D1-4C89-BDDC-E4348750662D}" dt="2023-01-12T16:10:06.046" v="2810" actId="26606"/>
          <ac:spMkLst>
            <pc:docMk/>
            <pc:sldMk cId="3929916046" sldId="257"/>
            <ac:spMk id="10" creationId="{0AF33C27-9C85-4B30-9AD7-879D48AFE4FF}"/>
          </ac:spMkLst>
        </pc:spChg>
        <pc:spChg chg="add del">
          <ac:chgData name="Peter James" userId="42ed6fb6-03df-44fa-ad94-6bcf829c2de6" providerId="ADAL" clId="{E89D7401-C4D1-4C89-BDDC-E4348750662D}" dt="2023-01-12T16:10:06.046" v="2810" actId="26606"/>
          <ac:spMkLst>
            <pc:docMk/>
            <pc:sldMk cId="3929916046" sldId="257"/>
            <ac:spMk id="12" creationId="{6D5089DD-882D-4413-B8BF-4798BFD84A98}"/>
          </ac:spMkLst>
        </pc:spChg>
        <pc:spChg chg="add del">
          <ac:chgData name="Peter James" userId="42ed6fb6-03df-44fa-ad94-6bcf829c2de6" providerId="ADAL" clId="{E89D7401-C4D1-4C89-BDDC-E4348750662D}" dt="2023-01-12T16:10:52.056" v="2847" actId="26606"/>
          <ac:spMkLst>
            <pc:docMk/>
            <pc:sldMk cId="3929916046" sldId="257"/>
            <ac:spMk id="17" creationId="{93F0ADB5-A0B4-4B01-A8C4-FDC34CE22BD4}"/>
          </ac:spMkLst>
        </pc:spChg>
        <pc:spChg chg="add del">
          <ac:chgData name="Peter James" userId="42ed6fb6-03df-44fa-ad94-6bcf829c2de6" providerId="ADAL" clId="{E89D7401-C4D1-4C89-BDDC-E4348750662D}" dt="2023-01-12T16:10:52.056" v="2847" actId="26606"/>
          <ac:spMkLst>
            <pc:docMk/>
            <pc:sldMk cId="3929916046" sldId="257"/>
            <ac:spMk id="19" creationId="{AA6D0FDE-0241-4C21-A720-A69475358235}"/>
          </ac:spMkLst>
        </pc:spChg>
        <pc:spChg chg="add del">
          <ac:chgData name="Peter James" userId="42ed6fb6-03df-44fa-ad94-6bcf829c2de6" providerId="ADAL" clId="{E89D7401-C4D1-4C89-BDDC-E4348750662D}" dt="2023-01-12T16:32:21.750" v="3277" actId="26606"/>
          <ac:spMkLst>
            <pc:docMk/>
            <pc:sldMk cId="3929916046" sldId="257"/>
            <ac:spMk id="24" creationId="{93F0ADB5-A0B4-4B01-A8C4-FDC34CE22BD4}"/>
          </ac:spMkLst>
        </pc:spChg>
        <pc:spChg chg="add del">
          <ac:chgData name="Peter James" userId="42ed6fb6-03df-44fa-ad94-6bcf829c2de6" providerId="ADAL" clId="{E89D7401-C4D1-4C89-BDDC-E4348750662D}" dt="2023-01-12T16:32:21.750" v="3277" actId="26606"/>
          <ac:spMkLst>
            <pc:docMk/>
            <pc:sldMk cId="3929916046" sldId="257"/>
            <ac:spMk id="26" creationId="{AA6D0FDE-0241-4C21-A720-A69475358235}"/>
          </ac:spMkLst>
        </pc:spChg>
        <pc:spChg chg="add del">
          <ac:chgData name="Peter James" userId="42ed6fb6-03df-44fa-ad94-6bcf829c2de6" providerId="ADAL" clId="{E89D7401-C4D1-4C89-BDDC-E4348750662D}" dt="2023-01-12T16:32:21.692" v="3276" actId="26606"/>
          <ac:spMkLst>
            <pc:docMk/>
            <pc:sldMk cId="3929916046" sldId="257"/>
            <ac:spMk id="31" creationId="{93F0ADB5-A0B4-4B01-A8C4-FDC34CE22BD4}"/>
          </ac:spMkLst>
        </pc:spChg>
        <pc:spChg chg="add del">
          <ac:chgData name="Peter James" userId="42ed6fb6-03df-44fa-ad94-6bcf829c2de6" providerId="ADAL" clId="{E89D7401-C4D1-4C89-BDDC-E4348750662D}" dt="2023-01-12T16:32:21.692" v="3276" actId="26606"/>
          <ac:spMkLst>
            <pc:docMk/>
            <pc:sldMk cId="3929916046" sldId="257"/>
            <ac:spMk id="33" creationId="{AA6D0FDE-0241-4C21-A720-A69475358235}"/>
          </ac:spMkLst>
        </pc:spChg>
        <pc:spChg chg="add">
          <ac:chgData name="Peter James" userId="42ed6fb6-03df-44fa-ad94-6bcf829c2de6" providerId="ADAL" clId="{E89D7401-C4D1-4C89-BDDC-E4348750662D}" dt="2023-01-12T16:32:21.750" v="3277" actId="26606"/>
          <ac:spMkLst>
            <pc:docMk/>
            <pc:sldMk cId="3929916046" sldId="257"/>
            <ac:spMk id="35" creationId="{0AF33C27-9C85-4B30-9AD7-879D48AFE4FF}"/>
          </ac:spMkLst>
        </pc:spChg>
        <pc:spChg chg="add">
          <ac:chgData name="Peter James" userId="42ed6fb6-03df-44fa-ad94-6bcf829c2de6" providerId="ADAL" clId="{E89D7401-C4D1-4C89-BDDC-E4348750662D}" dt="2023-01-12T16:32:21.750" v="3277" actId="26606"/>
          <ac:spMkLst>
            <pc:docMk/>
            <pc:sldMk cId="3929916046" sldId="257"/>
            <ac:spMk id="36" creationId="{6D5089DD-882D-4413-B8BF-4798BFD84A98}"/>
          </ac:spMkLst>
        </pc:spChg>
        <pc:graphicFrameChg chg="add mod modGraphic">
          <ac:chgData name="Peter James" userId="42ed6fb6-03df-44fa-ad94-6bcf829c2de6" providerId="ADAL" clId="{E89D7401-C4D1-4C89-BDDC-E4348750662D}" dt="2023-01-12T16:32:43.992" v="3290" actId="20577"/>
          <ac:graphicFrameMkLst>
            <pc:docMk/>
            <pc:sldMk cId="3929916046" sldId="257"/>
            <ac:graphicFrameMk id="5" creationId="{22A81330-F119-FC09-90CA-958AE18D7CEB}"/>
          </ac:graphicFrameMkLst>
        </pc:graphicFrameChg>
      </pc:sldChg>
      <pc:sldChg chg="modSp del mod">
        <pc:chgData name="Peter James" userId="42ed6fb6-03df-44fa-ad94-6bcf829c2de6" providerId="ADAL" clId="{E89D7401-C4D1-4C89-BDDC-E4348750662D}" dt="2022-12-22T11:34:29.619" v="1179" actId="47"/>
        <pc:sldMkLst>
          <pc:docMk/>
          <pc:sldMk cId="2266146422" sldId="258"/>
        </pc:sldMkLst>
        <pc:spChg chg="mod">
          <ac:chgData name="Peter James" userId="42ed6fb6-03df-44fa-ad94-6bcf829c2de6" providerId="ADAL" clId="{E89D7401-C4D1-4C89-BDDC-E4348750662D}" dt="2022-12-22T11:02:38.529" v="516"/>
          <ac:spMkLst>
            <pc:docMk/>
            <pc:sldMk cId="2266146422" sldId="258"/>
            <ac:spMk id="2" creationId="{18EDCBF3-D160-146A-0849-C81B6A283E09}"/>
          </ac:spMkLst>
        </pc:spChg>
        <pc:spChg chg="mod">
          <ac:chgData name="Peter James" userId="42ed6fb6-03df-44fa-ad94-6bcf829c2de6" providerId="ADAL" clId="{E89D7401-C4D1-4C89-BDDC-E4348750662D}" dt="2022-12-22T11:34:24.027" v="1178" actId="6549"/>
          <ac:spMkLst>
            <pc:docMk/>
            <pc:sldMk cId="2266146422" sldId="258"/>
            <ac:spMk id="3" creationId="{886C7002-798D-02F1-57B2-5DC3E57D1E1F}"/>
          </ac:spMkLst>
        </pc:spChg>
      </pc:sldChg>
      <pc:sldChg chg="addSp delSp modSp new del mod setBg setClrOvrMap delDesignElem">
        <pc:chgData name="Peter James" userId="42ed6fb6-03df-44fa-ad94-6bcf829c2de6" providerId="ADAL" clId="{E89D7401-C4D1-4C89-BDDC-E4348750662D}" dt="2023-01-12T16:06:09.289" v="2780" actId="47"/>
        <pc:sldMkLst>
          <pc:docMk/>
          <pc:sldMk cId="1522457285" sldId="259"/>
        </pc:sldMkLst>
        <pc:spChg chg="mod">
          <ac:chgData name="Peter James" userId="42ed6fb6-03df-44fa-ad94-6bcf829c2de6" providerId="ADAL" clId="{E89D7401-C4D1-4C89-BDDC-E4348750662D}" dt="2023-01-06T08:31:57.145" v="2091" actId="14100"/>
          <ac:spMkLst>
            <pc:docMk/>
            <pc:sldMk cId="1522457285" sldId="259"/>
            <ac:spMk id="2" creationId="{C80811CA-310A-B539-DE64-1EE10F7682C0}"/>
          </ac:spMkLst>
        </pc:spChg>
        <pc:spChg chg="add del mod">
          <ac:chgData name="Peter James" userId="42ed6fb6-03df-44fa-ad94-6bcf829c2de6" providerId="ADAL" clId="{E89D7401-C4D1-4C89-BDDC-E4348750662D}" dt="2023-01-03T13:16:34.557" v="1433" actId="478"/>
          <ac:spMkLst>
            <pc:docMk/>
            <pc:sldMk cId="1522457285" sldId="259"/>
            <ac:spMk id="3" creationId="{17FCD15E-4BC2-F725-00F0-664CB20A8F24}"/>
          </ac:spMkLst>
        </pc:spChg>
        <pc:spChg chg="add del mod">
          <ac:chgData name="Peter James" userId="42ed6fb6-03df-44fa-ad94-6bcf829c2de6" providerId="ADAL" clId="{E89D7401-C4D1-4C89-BDDC-E4348750662D}" dt="2023-01-03T13:12:52.414" v="1373" actId="478"/>
          <ac:spMkLst>
            <pc:docMk/>
            <pc:sldMk cId="1522457285" sldId="259"/>
            <ac:spMk id="6" creationId="{A86C5661-22B8-FC2B-1AC6-54E40F8CE766}"/>
          </ac:spMkLst>
        </pc:spChg>
        <pc:spChg chg="add del">
          <ac:chgData name="Peter James" userId="42ed6fb6-03df-44fa-ad94-6bcf829c2de6" providerId="ADAL" clId="{E89D7401-C4D1-4C89-BDDC-E4348750662D}" dt="2022-12-22T11:02:38.529" v="516"/>
          <ac:spMkLst>
            <pc:docMk/>
            <pc:sldMk cId="1522457285" sldId="259"/>
            <ac:spMk id="8" creationId="{F659138C-74A1-445B-848C-3608AE871A9F}"/>
          </ac:spMkLst>
        </pc:spChg>
        <pc:spChg chg="add del mod">
          <ac:chgData name="Peter James" userId="42ed6fb6-03df-44fa-ad94-6bcf829c2de6" providerId="ADAL" clId="{E89D7401-C4D1-4C89-BDDC-E4348750662D}" dt="2023-01-03T13:17:25.546" v="1435" actId="478"/>
          <ac:spMkLst>
            <pc:docMk/>
            <pc:sldMk cId="1522457285" sldId="259"/>
            <ac:spMk id="9" creationId="{7761C82B-3AB4-9639-4BCE-286638690F1B}"/>
          </ac:spMkLst>
        </pc:spChg>
        <pc:spChg chg="add del">
          <ac:chgData name="Peter James" userId="42ed6fb6-03df-44fa-ad94-6bcf829c2de6" providerId="ADAL" clId="{E89D7401-C4D1-4C89-BDDC-E4348750662D}" dt="2022-12-22T11:02:38.529" v="516"/>
          <ac:spMkLst>
            <pc:docMk/>
            <pc:sldMk cId="1522457285" sldId="259"/>
            <ac:spMk id="18" creationId="{225F4217-4021-45A0-812B-398F9A7A93F9}"/>
          </ac:spMkLst>
        </pc:spChg>
        <pc:grpChg chg="add del">
          <ac:chgData name="Peter James" userId="42ed6fb6-03df-44fa-ad94-6bcf829c2de6" providerId="ADAL" clId="{E89D7401-C4D1-4C89-BDDC-E4348750662D}" dt="2022-12-22T11:02:38.529" v="516"/>
          <ac:grpSpMkLst>
            <pc:docMk/>
            <pc:sldMk cId="1522457285" sldId="259"/>
            <ac:grpSpMk id="10" creationId="{7DFD7409-66D7-4C9C-B528-E79EB64A4D31}"/>
          </ac:grpSpMkLst>
        </pc:grpChg>
        <pc:graphicFrameChg chg="add del mod modGraphic">
          <ac:chgData name="Peter James" userId="42ed6fb6-03df-44fa-ad94-6bcf829c2de6" providerId="ADAL" clId="{E89D7401-C4D1-4C89-BDDC-E4348750662D}" dt="2023-01-03T13:12:58.960" v="1374" actId="478"/>
          <ac:graphicFrameMkLst>
            <pc:docMk/>
            <pc:sldMk cId="1522457285" sldId="259"/>
            <ac:graphicFrameMk id="4" creationId="{EA18447A-7363-8112-CFF0-87B7E0671C67}"/>
          </ac:graphicFrameMkLst>
        </pc:graphicFrameChg>
        <pc:graphicFrameChg chg="add mod modGraphic">
          <ac:chgData name="Peter James" userId="42ed6fb6-03df-44fa-ad94-6bcf829c2de6" providerId="ADAL" clId="{E89D7401-C4D1-4C89-BDDC-E4348750662D}" dt="2023-01-06T08:36:32.752" v="2525" actId="313"/>
          <ac:graphicFrameMkLst>
            <pc:docMk/>
            <pc:sldMk cId="1522457285" sldId="259"/>
            <ac:graphicFrameMk id="7" creationId="{888532A3-F031-F3DC-E4E7-A2F17C789053}"/>
          </ac:graphicFrameMkLst>
        </pc:graphicFrameChg>
        <pc:cxnChg chg="add del">
          <ac:chgData name="Peter James" userId="42ed6fb6-03df-44fa-ad94-6bcf829c2de6" providerId="ADAL" clId="{E89D7401-C4D1-4C89-BDDC-E4348750662D}" dt="2022-12-22T11:02:38.529" v="516"/>
          <ac:cxnSpMkLst>
            <pc:docMk/>
            <pc:sldMk cId="1522457285" sldId="259"/>
            <ac:cxnSpMk id="20" creationId="{486F4EBC-E415-40E4-A8BA-BA66F0B632CB}"/>
          </ac:cxnSpMkLst>
        </pc:cxnChg>
      </pc:sldChg>
      <pc:sldChg chg="modSp new del mod">
        <pc:chgData name="Peter James" userId="42ed6fb6-03df-44fa-ad94-6bcf829c2de6" providerId="ADAL" clId="{E89D7401-C4D1-4C89-BDDC-E4348750662D}" dt="2023-01-12T16:00:26.308" v="2767" actId="47"/>
        <pc:sldMkLst>
          <pc:docMk/>
          <pc:sldMk cId="636111628" sldId="260"/>
        </pc:sldMkLst>
        <pc:spChg chg="mod">
          <ac:chgData name="Peter James" userId="42ed6fb6-03df-44fa-ad94-6bcf829c2de6" providerId="ADAL" clId="{E89D7401-C4D1-4C89-BDDC-E4348750662D}" dt="2022-12-22T11:02:38.529" v="516"/>
          <ac:spMkLst>
            <pc:docMk/>
            <pc:sldMk cId="636111628" sldId="260"/>
            <ac:spMk id="2" creationId="{97649272-8864-7EE9-CD17-F8FABF57A3A6}"/>
          </ac:spMkLst>
        </pc:spChg>
        <pc:spChg chg="mod">
          <ac:chgData name="Peter James" userId="42ed6fb6-03df-44fa-ad94-6bcf829c2de6" providerId="ADAL" clId="{E89D7401-C4D1-4C89-BDDC-E4348750662D}" dt="2023-01-12T16:00:06.650" v="2763" actId="21"/>
          <ac:spMkLst>
            <pc:docMk/>
            <pc:sldMk cId="636111628" sldId="260"/>
            <ac:spMk id="3" creationId="{53BB10EE-2F5C-D759-7745-D13676335692}"/>
          </ac:spMkLst>
        </pc:spChg>
      </pc:sldChg>
      <pc:sldChg chg="addSp delSp modSp new mod setBg setClrOvrMap delDesignElem">
        <pc:chgData name="Peter James" userId="42ed6fb6-03df-44fa-ad94-6bcf829c2de6" providerId="ADAL" clId="{E89D7401-C4D1-4C89-BDDC-E4348750662D}" dt="2023-01-12T15:49:58.256" v="2570" actId="26606"/>
        <pc:sldMkLst>
          <pc:docMk/>
          <pc:sldMk cId="3813521142" sldId="261"/>
        </pc:sldMkLst>
        <pc:spChg chg="mod">
          <ac:chgData name="Peter James" userId="42ed6fb6-03df-44fa-ad94-6bcf829c2de6" providerId="ADAL" clId="{E89D7401-C4D1-4C89-BDDC-E4348750662D}" dt="2023-01-12T15:49:58.256" v="2570" actId="26606"/>
          <ac:spMkLst>
            <pc:docMk/>
            <pc:sldMk cId="3813521142" sldId="261"/>
            <ac:spMk id="2" creationId="{1FFFA53D-E301-EE6F-0160-CC2A99947713}"/>
          </ac:spMkLst>
        </pc:spChg>
        <pc:spChg chg="mod">
          <ac:chgData name="Peter James" userId="42ed6fb6-03df-44fa-ad94-6bcf829c2de6" providerId="ADAL" clId="{E89D7401-C4D1-4C89-BDDC-E4348750662D}" dt="2023-01-12T15:49:58.256" v="2570" actId="26606"/>
          <ac:spMkLst>
            <pc:docMk/>
            <pc:sldMk cId="3813521142" sldId="261"/>
            <ac:spMk id="3" creationId="{73AD2E29-49C0-CA3C-79F3-082E86E2583F}"/>
          </ac:spMkLst>
        </pc:spChg>
        <pc:spChg chg="add del">
          <ac:chgData name="Peter James" userId="42ed6fb6-03df-44fa-ad94-6bcf829c2de6" providerId="ADAL" clId="{E89D7401-C4D1-4C89-BDDC-E4348750662D}" dt="2022-12-13T15:19:50.243" v="38"/>
          <ac:spMkLst>
            <pc:docMk/>
            <pc:sldMk cId="3813521142" sldId="261"/>
            <ac:spMk id="4" creationId="{269522D2-2E85-9CDC-7349-A19C3AAAD916}"/>
          </ac:spMkLst>
        </pc:spChg>
        <pc:spChg chg="add del">
          <ac:chgData name="Peter James" userId="42ed6fb6-03df-44fa-ad94-6bcf829c2de6" providerId="ADAL" clId="{E89D7401-C4D1-4C89-BDDC-E4348750662D}" dt="2022-12-13T15:19:50.243" v="38"/>
          <ac:spMkLst>
            <pc:docMk/>
            <pc:sldMk cId="3813521142" sldId="261"/>
            <ac:spMk id="5" creationId="{7DA49F06-9840-04B4-4C07-3CDB2F6F53A2}"/>
          </ac:spMkLst>
        </pc:spChg>
        <pc:spChg chg="add del">
          <ac:chgData name="Peter James" userId="42ed6fb6-03df-44fa-ad94-6bcf829c2de6" providerId="ADAL" clId="{E89D7401-C4D1-4C89-BDDC-E4348750662D}" dt="2022-12-13T15:19:50.243" v="38"/>
          <ac:spMkLst>
            <pc:docMk/>
            <pc:sldMk cId="3813521142" sldId="261"/>
            <ac:spMk id="6" creationId="{0371274A-3CAF-33D4-517A-7BAE798B8174}"/>
          </ac:spMkLst>
        </pc:spChg>
        <pc:spChg chg="add del">
          <ac:chgData name="Peter James" userId="42ed6fb6-03df-44fa-ad94-6bcf829c2de6" providerId="ADAL" clId="{E89D7401-C4D1-4C89-BDDC-E4348750662D}" dt="2022-12-13T15:19:50.243" v="38"/>
          <ac:spMkLst>
            <pc:docMk/>
            <pc:sldMk cId="3813521142" sldId="261"/>
            <ac:spMk id="7" creationId="{8B9AA8C3-5A2C-9A82-FCC9-7A422B52B793}"/>
          </ac:spMkLst>
        </pc:spChg>
        <pc:spChg chg="add del">
          <ac:chgData name="Peter James" userId="42ed6fb6-03df-44fa-ad94-6bcf829c2de6" providerId="ADAL" clId="{E89D7401-C4D1-4C89-BDDC-E4348750662D}" dt="2022-12-13T15:19:50.243" v="38"/>
          <ac:spMkLst>
            <pc:docMk/>
            <pc:sldMk cId="3813521142" sldId="261"/>
            <ac:spMk id="8" creationId="{CD40C3D9-32EB-F25A-B5CF-4C88E1286CD0}"/>
          </ac:spMkLst>
        </pc:spChg>
        <pc:spChg chg="add del">
          <ac:chgData name="Peter James" userId="42ed6fb6-03df-44fa-ad94-6bcf829c2de6" providerId="ADAL" clId="{E89D7401-C4D1-4C89-BDDC-E4348750662D}" dt="2022-12-13T15:19:50.243" v="38"/>
          <ac:spMkLst>
            <pc:docMk/>
            <pc:sldMk cId="3813521142" sldId="261"/>
            <ac:spMk id="9" creationId="{0CDCD3B8-1E0B-4000-FABE-235CE3B6351F}"/>
          </ac:spMkLst>
        </pc:spChg>
        <pc:spChg chg="add del">
          <ac:chgData name="Peter James" userId="42ed6fb6-03df-44fa-ad94-6bcf829c2de6" providerId="ADAL" clId="{E89D7401-C4D1-4C89-BDDC-E4348750662D}" dt="2022-12-13T15:19:50.243" v="38"/>
          <ac:spMkLst>
            <pc:docMk/>
            <pc:sldMk cId="3813521142" sldId="261"/>
            <ac:spMk id="10" creationId="{E218203B-AD83-6DE6-FB9A-58AB355D3A7E}"/>
          </ac:spMkLst>
        </pc:spChg>
        <pc:spChg chg="add del">
          <ac:chgData name="Peter James" userId="42ed6fb6-03df-44fa-ad94-6bcf829c2de6" providerId="ADAL" clId="{E89D7401-C4D1-4C89-BDDC-E4348750662D}" dt="2022-12-21T08:42:20.894" v="165" actId="26606"/>
          <ac:spMkLst>
            <pc:docMk/>
            <pc:sldMk cId="3813521142" sldId="261"/>
            <ac:spMk id="11" creationId="{E03BF673-8C68-4092-BF1B-53C57EFEC21F}"/>
          </ac:spMkLst>
        </pc:spChg>
        <pc:spChg chg="add del">
          <ac:chgData name="Peter James" userId="42ed6fb6-03df-44fa-ad94-6bcf829c2de6" providerId="ADAL" clId="{E89D7401-C4D1-4C89-BDDC-E4348750662D}" dt="2023-01-12T15:49:58.256" v="2570" actId="26606"/>
          <ac:spMkLst>
            <pc:docMk/>
            <pc:sldMk cId="3813521142" sldId="261"/>
            <ac:spMk id="13" creationId="{6AD85578-1E4B-4014-9D52-E76894750300}"/>
          </ac:spMkLst>
        </pc:spChg>
        <pc:spChg chg="add del">
          <ac:chgData name="Peter James" userId="42ed6fb6-03df-44fa-ad94-6bcf829c2de6" providerId="ADAL" clId="{E89D7401-C4D1-4C89-BDDC-E4348750662D}" dt="2023-01-12T15:49:58.256" v="2570" actId="26606"/>
          <ac:spMkLst>
            <pc:docMk/>
            <pc:sldMk cId="3813521142" sldId="261"/>
            <ac:spMk id="14" creationId="{48550B3F-9390-4CA1-B3C8-91529289DCED}"/>
          </ac:spMkLst>
        </pc:spChg>
        <pc:spChg chg="add">
          <ac:chgData name="Peter James" userId="42ed6fb6-03df-44fa-ad94-6bcf829c2de6" providerId="ADAL" clId="{E89D7401-C4D1-4C89-BDDC-E4348750662D}" dt="2023-01-12T15:49:58.256" v="2570" actId="26606"/>
          <ac:spMkLst>
            <pc:docMk/>
            <pc:sldMk cId="3813521142" sldId="261"/>
            <ac:spMk id="16" creationId="{CF4680D4-DEE2-49EE-AF90-EFEAF50AEC23}"/>
          </ac:spMkLst>
        </pc:spChg>
        <pc:spChg chg="add del">
          <ac:chgData name="Peter James" userId="42ed6fb6-03df-44fa-ad94-6bcf829c2de6" providerId="ADAL" clId="{E89D7401-C4D1-4C89-BDDC-E4348750662D}" dt="2022-12-22T11:02:38.529" v="516"/>
          <ac:spMkLst>
            <pc:docMk/>
            <pc:sldMk cId="3813521142" sldId="261"/>
            <ac:spMk id="18" creationId="{225F4217-4021-45A0-812B-398F9A7A93F9}"/>
          </ac:spMkLst>
        </pc:spChg>
        <pc:spChg chg="add del">
          <ac:chgData name="Peter James" userId="42ed6fb6-03df-44fa-ad94-6bcf829c2de6" providerId="ADAL" clId="{E89D7401-C4D1-4C89-BDDC-E4348750662D}" dt="2022-12-21T08:42:20.894" v="165" actId="26606"/>
          <ac:spMkLst>
            <pc:docMk/>
            <pc:sldMk cId="3813521142" sldId="261"/>
            <ac:spMk id="19" creationId="{08751D95-C333-4DEB-90B4-1EAC9A91DCA3}"/>
          </ac:spMkLst>
        </pc:spChg>
        <pc:spChg chg="add del">
          <ac:chgData name="Peter James" userId="42ed6fb6-03df-44fa-ad94-6bcf829c2de6" providerId="ADAL" clId="{E89D7401-C4D1-4C89-BDDC-E4348750662D}" dt="2022-12-22T11:02:38.529" v="516"/>
          <ac:spMkLst>
            <pc:docMk/>
            <pc:sldMk cId="3813521142" sldId="261"/>
            <ac:spMk id="21" creationId="{F659138C-74A1-445B-848C-3608AE871A9F}"/>
          </ac:spMkLst>
        </pc:spChg>
        <pc:spChg chg="add">
          <ac:chgData name="Peter James" userId="42ed6fb6-03df-44fa-ad94-6bcf829c2de6" providerId="ADAL" clId="{E89D7401-C4D1-4C89-BDDC-E4348750662D}" dt="2023-01-12T15:49:58.256" v="2570" actId="26606"/>
          <ac:spMkLst>
            <pc:docMk/>
            <pc:sldMk cId="3813521142" sldId="261"/>
            <ac:spMk id="23" creationId="{50C52EE1-5085-4960-AD29-A926E62ECC9F}"/>
          </ac:spMkLst>
        </pc:spChg>
        <pc:spChg chg="add">
          <ac:chgData name="Peter James" userId="42ed6fb6-03df-44fa-ad94-6bcf829c2de6" providerId="ADAL" clId="{E89D7401-C4D1-4C89-BDDC-E4348750662D}" dt="2023-01-12T15:49:58.256" v="2570" actId="26606"/>
          <ac:spMkLst>
            <pc:docMk/>
            <pc:sldMk cId="3813521142" sldId="261"/>
            <ac:spMk id="25" creationId="{CD15AA94-C237-4412-B37B-EB317D2B05B7}"/>
          </ac:spMkLst>
        </pc:spChg>
        <pc:grpChg chg="add del">
          <ac:chgData name="Peter James" userId="42ed6fb6-03df-44fa-ad94-6bcf829c2de6" providerId="ADAL" clId="{E89D7401-C4D1-4C89-BDDC-E4348750662D}" dt="2022-12-21T08:42:20.894" v="165" actId="26606"/>
          <ac:grpSpMkLst>
            <pc:docMk/>
            <pc:sldMk cId="3813521142" sldId="261"/>
            <ac:grpSpMk id="12" creationId="{FBBA7535-3851-431E-BDA9-B4F6C1201291}"/>
          </ac:grpSpMkLst>
        </pc:grpChg>
        <pc:grpChg chg="add del">
          <ac:chgData name="Peter James" userId="42ed6fb6-03df-44fa-ad94-6bcf829c2de6" providerId="ADAL" clId="{E89D7401-C4D1-4C89-BDDC-E4348750662D}" dt="2022-12-22T11:02:38.529" v="516"/>
          <ac:grpSpMkLst>
            <pc:docMk/>
            <pc:sldMk cId="3813521142" sldId="261"/>
            <ac:grpSpMk id="22" creationId="{7DFD7409-66D7-4C9C-B528-E79EB64A4D31}"/>
          </ac:grpSpMkLst>
        </pc:grpChg>
        <pc:picChg chg="add">
          <ac:chgData name="Peter James" userId="42ed6fb6-03df-44fa-ad94-6bcf829c2de6" providerId="ADAL" clId="{E89D7401-C4D1-4C89-BDDC-E4348750662D}" dt="2023-01-12T15:49:58.256" v="2570" actId="26606"/>
          <ac:picMkLst>
            <pc:docMk/>
            <pc:sldMk cId="3813521142" sldId="261"/>
            <ac:picMk id="17" creationId="{5FB49D8E-2DBD-B7FE-6F4F-236FBA4FCD1B}"/>
          </ac:picMkLst>
        </pc:picChg>
        <pc:picChg chg="add del">
          <ac:chgData name="Peter James" userId="42ed6fb6-03df-44fa-ad94-6bcf829c2de6" providerId="ADAL" clId="{E89D7401-C4D1-4C89-BDDC-E4348750662D}" dt="2022-12-13T15:19:50.243" v="38"/>
          <ac:picMkLst>
            <pc:docMk/>
            <pc:sldMk cId="3813521142" sldId="261"/>
            <ac:picMk id="1026" creationId="{529C23D8-F1DE-6D0C-063A-4141F04F7591}"/>
          </ac:picMkLst>
        </pc:picChg>
        <pc:picChg chg="add del">
          <ac:chgData name="Peter James" userId="42ed6fb6-03df-44fa-ad94-6bcf829c2de6" providerId="ADAL" clId="{E89D7401-C4D1-4C89-BDDC-E4348750662D}" dt="2022-12-13T15:19:50.243" v="38"/>
          <ac:picMkLst>
            <pc:docMk/>
            <pc:sldMk cId="3813521142" sldId="261"/>
            <ac:picMk id="1029" creationId="{E5617452-CE62-4587-9078-01C0D1A83E25}"/>
          </ac:picMkLst>
        </pc:picChg>
        <pc:picChg chg="add del">
          <ac:chgData name="Peter James" userId="42ed6fb6-03df-44fa-ad94-6bcf829c2de6" providerId="ADAL" clId="{E89D7401-C4D1-4C89-BDDC-E4348750662D}" dt="2022-12-13T15:19:50.243" v="38"/>
          <ac:picMkLst>
            <pc:docMk/>
            <pc:sldMk cId="3813521142" sldId="261"/>
            <ac:picMk id="1034" creationId="{3CB497D6-A31B-B17A-500E-5D4623C5A9C0}"/>
          </ac:picMkLst>
        </pc:picChg>
        <pc:cxnChg chg="add del">
          <ac:chgData name="Peter James" userId="42ed6fb6-03df-44fa-ad94-6bcf829c2de6" providerId="ADAL" clId="{E89D7401-C4D1-4C89-BDDC-E4348750662D}" dt="2022-12-22T11:02:38.529" v="516"/>
          <ac:cxnSpMkLst>
            <pc:docMk/>
            <pc:sldMk cId="3813521142" sldId="261"/>
            <ac:cxnSpMk id="20" creationId="{486F4EBC-E415-40E4-A8BA-BA66F0B632CB}"/>
          </ac:cxnSpMkLst>
        </pc:cxnChg>
      </pc:sldChg>
      <pc:sldChg chg="addSp delSp modSp new del mod setBg delDesignElem">
        <pc:chgData name="Peter James" userId="42ed6fb6-03df-44fa-ad94-6bcf829c2de6" providerId="ADAL" clId="{E89D7401-C4D1-4C89-BDDC-E4348750662D}" dt="2023-01-12T16:30:01.064" v="3243" actId="47"/>
        <pc:sldMkLst>
          <pc:docMk/>
          <pc:sldMk cId="2649270064" sldId="262"/>
        </pc:sldMkLst>
        <pc:spChg chg="mod">
          <ac:chgData name="Peter James" userId="42ed6fb6-03df-44fa-ad94-6bcf829c2de6" providerId="ADAL" clId="{E89D7401-C4D1-4C89-BDDC-E4348750662D}" dt="2023-01-12T15:49:19.043" v="2564" actId="20577"/>
          <ac:spMkLst>
            <pc:docMk/>
            <pc:sldMk cId="2649270064" sldId="262"/>
            <ac:spMk id="2" creationId="{22D99B7B-EC68-CB41-1342-975FE5BC3A86}"/>
          </ac:spMkLst>
        </pc:spChg>
        <pc:spChg chg="del">
          <ac:chgData name="Peter James" userId="42ed6fb6-03df-44fa-ad94-6bcf829c2de6" providerId="ADAL" clId="{E89D7401-C4D1-4C89-BDDC-E4348750662D}" dt="2022-12-13T15:21:22.061" v="42"/>
          <ac:spMkLst>
            <pc:docMk/>
            <pc:sldMk cId="2649270064" sldId="262"/>
            <ac:spMk id="3" creationId="{7752CD56-4D89-B980-5D85-B224F5141A4F}"/>
          </ac:spMkLst>
        </pc:spChg>
        <pc:grpChg chg="add del">
          <ac:chgData name="Peter James" userId="42ed6fb6-03df-44fa-ad94-6bcf829c2de6" providerId="ADAL" clId="{E89D7401-C4D1-4C89-BDDC-E4348750662D}" dt="2022-12-22T11:02:38.529" v="516"/>
          <ac:grpSpMkLst>
            <pc:docMk/>
            <pc:sldMk cId="2649270064" sldId="262"/>
            <ac:grpSpMk id="9" creationId="{D6BA167A-D3C3-4EE8-8B5E-13679208725E}"/>
          </ac:grpSpMkLst>
        </pc:grpChg>
        <pc:picChg chg="add mod">
          <ac:chgData name="Peter James" userId="42ed6fb6-03df-44fa-ad94-6bcf829c2de6" providerId="ADAL" clId="{E89D7401-C4D1-4C89-BDDC-E4348750662D}" dt="2022-12-21T08:49:18.647" v="169" actId="26606"/>
          <ac:picMkLst>
            <pc:docMk/>
            <pc:sldMk cId="2649270064" sldId="262"/>
            <ac:picMk id="4" creationId="{2802A4F1-BD21-AE20-7FAA-44562E738A12}"/>
          </ac:picMkLst>
        </pc:picChg>
      </pc:sldChg>
      <pc:sldChg chg="modSp new del mod">
        <pc:chgData name="Peter James" userId="42ed6fb6-03df-44fa-ad94-6bcf829c2de6" providerId="ADAL" clId="{E89D7401-C4D1-4C89-BDDC-E4348750662D}" dt="2022-12-21T08:51:57.277" v="170" actId="2696"/>
        <pc:sldMkLst>
          <pc:docMk/>
          <pc:sldMk cId="1208724045" sldId="263"/>
        </pc:sldMkLst>
        <pc:spChg chg="mod">
          <ac:chgData name="Peter James" userId="42ed6fb6-03df-44fa-ad94-6bcf829c2de6" providerId="ADAL" clId="{E89D7401-C4D1-4C89-BDDC-E4348750662D}" dt="2022-12-14T10:10:20.797" v="135"/>
          <ac:spMkLst>
            <pc:docMk/>
            <pc:sldMk cId="1208724045" sldId="263"/>
            <ac:spMk id="2" creationId="{239889DF-5208-1D4D-D317-C410BC8468B4}"/>
          </ac:spMkLst>
        </pc:spChg>
        <pc:spChg chg="mod">
          <ac:chgData name="Peter James" userId="42ed6fb6-03df-44fa-ad94-6bcf829c2de6" providerId="ADAL" clId="{E89D7401-C4D1-4C89-BDDC-E4348750662D}" dt="2022-12-14T10:10:20.797" v="135"/>
          <ac:spMkLst>
            <pc:docMk/>
            <pc:sldMk cId="1208724045" sldId="263"/>
            <ac:spMk id="3" creationId="{A3751EE3-4ED6-A94D-5D02-495D49B7EBF1}"/>
          </ac:spMkLst>
        </pc:spChg>
      </pc:sldChg>
      <pc:sldChg chg="addSp delSp modSp new mod setBg">
        <pc:chgData name="Peter James" userId="42ed6fb6-03df-44fa-ad94-6bcf829c2de6" providerId="ADAL" clId="{E89D7401-C4D1-4C89-BDDC-E4348750662D}" dt="2023-01-12T15:52:43.921" v="2598" actId="478"/>
        <pc:sldMkLst>
          <pc:docMk/>
          <pc:sldMk cId="3968291069" sldId="264"/>
        </pc:sldMkLst>
        <pc:spChg chg="mod">
          <ac:chgData name="Peter James" userId="42ed6fb6-03df-44fa-ad94-6bcf829c2de6" providerId="ADAL" clId="{E89D7401-C4D1-4C89-BDDC-E4348750662D}" dt="2023-01-12T15:50:47.314" v="2572" actId="26606"/>
          <ac:spMkLst>
            <pc:docMk/>
            <pc:sldMk cId="3968291069" sldId="264"/>
            <ac:spMk id="2" creationId="{12DD716C-E1C3-0344-B0F3-4538A8C52A55}"/>
          </ac:spMkLst>
        </pc:spChg>
        <pc:spChg chg="add del mod">
          <ac:chgData name="Peter James" userId="42ed6fb6-03df-44fa-ad94-6bcf829c2de6" providerId="ADAL" clId="{E89D7401-C4D1-4C89-BDDC-E4348750662D}" dt="2022-12-22T09:23:37.490" v="178" actId="26606"/>
          <ac:spMkLst>
            <pc:docMk/>
            <pc:sldMk cId="3968291069" sldId="264"/>
            <ac:spMk id="3" creationId="{4A9D2A74-0AD2-FBD9-FDDF-8F240D411958}"/>
          </ac:spMkLst>
        </pc:spChg>
        <pc:spChg chg="add del">
          <ac:chgData name="Peter James" userId="42ed6fb6-03df-44fa-ad94-6bcf829c2de6" providerId="ADAL" clId="{E89D7401-C4D1-4C89-BDDC-E4348750662D}" dt="2022-12-22T09:25:04.797" v="204" actId="26606"/>
          <ac:spMkLst>
            <pc:docMk/>
            <pc:sldMk cId="3968291069" sldId="264"/>
            <ac:spMk id="8" creationId="{E03BF673-8C68-4092-BF1B-53C57EFEC21F}"/>
          </ac:spMkLst>
        </pc:spChg>
        <pc:spChg chg="add del">
          <ac:chgData name="Peter James" userId="42ed6fb6-03df-44fa-ad94-6bcf829c2de6" providerId="ADAL" clId="{E89D7401-C4D1-4C89-BDDC-E4348750662D}" dt="2022-12-22T09:23:37.467" v="177" actId="26606"/>
          <ac:spMkLst>
            <pc:docMk/>
            <pc:sldMk cId="3968291069" sldId="264"/>
            <ac:spMk id="9" creationId="{5B2F4B0B-6CDE-4467-A567-7930C6692530}"/>
          </ac:spMkLst>
        </pc:spChg>
        <pc:spChg chg="add del">
          <ac:chgData name="Peter James" userId="42ed6fb6-03df-44fa-ad94-6bcf829c2de6" providerId="ADAL" clId="{E89D7401-C4D1-4C89-BDDC-E4348750662D}" dt="2022-12-22T09:25:04.797" v="204" actId="26606"/>
          <ac:spMkLst>
            <pc:docMk/>
            <pc:sldMk cId="3968291069" sldId="264"/>
            <ac:spMk id="10" creationId="{B1BDB70B-F0E6-4867-818F-C582494FB6D6}"/>
          </ac:spMkLst>
        </pc:spChg>
        <pc:spChg chg="add del">
          <ac:chgData name="Peter James" userId="42ed6fb6-03df-44fa-ad94-6bcf829c2de6" providerId="ADAL" clId="{E89D7401-C4D1-4C89-BDDC-E4348750662D}" dt="2022-12-22T09:23:37.467" v="177" actId="26606"/>
          <ac:spMkLst>
            <pc:docMk/>
            <pc:sldMk cId="3968291069" sldId="264"/>
            <ac:spMk id="11" creationId="{4FBD904E-E2AA-40C0-9B75-6705C2936009}"/>
          </ac:spMkLst>
        </pc:spChg>
        <pc:spChg chg="add del mod">
          <ac:chgData name="Peter James" userId="42ed6fb6-03df-44fa-ad94-6bcf829c2de6" providerId="ADAL" clId="{E89D7401-C4D1-4C89-BDDC-E4348750662D}" dt="2022-12-22T09:25:04.797" v="204" actId="26606"/>
          <ac:spMkLst>
            <pc:docMk/>
            <pc:sldMk cId="3968291069" sldId="264"/>
            <ac:spMk id="22" creationId="{4A9D2A74-0AD2-FBD9-FDDF-8F240D411958}"/>
          </ac:spMkLst>
        </pc:spChg>
        <pc:spChg chg="add del">
          <ac:chgData name="Peter James" userId="42ed6fb6-03df-44fa-ad94-6bcf829c2de6" providerId="ADAL" clId="{E89D7401-C4D1-4C89-BDDC-E4348750662D}" dt="2022-12-22T09:25:04.770" v="203" actId="26606"/>
          <ac:spMkLst>
            <pc:docMk/>
            <pc:sldMk cId="3968291069" sldId="264"/>
            <ac:spMk id="28" creationId="{A791E548-71E9-4E48-95EF-028C1F694C62}"/>
          </ac:spMkLst>
        </pc:spChg>
        <pc:spChg chg="add del">
          <ac:chgData name="Peter James" userId="42ed6fb6-03df-44fa-ad94-6bcf829c2de6" providerId="ADAL" clId="{E89D7401-C4D1-4C89-BDDC-E4348750662D}" dt="2022-12-22T09:25:04.770" v="203" actId="26606"/>
          <ac:spMkLst>
            <pc:docMk/>
            <pc:sldMk cId="3968291069" sldId="264"/>
            <ac:spMk id="30" creationId="{AAB5649A-D799-4BE2-9913-FFD6F2B4EE71}"/>
          </ac:spMkLst>
        </pc:spChg>
        <pc:spChg chg="add del">
          <ac:chgData name="Peter James" userId="42ed6fb6-03df-44fa-ad94-6bcf829c2de6" providerId="ADAL" clId="{E89D7401-C4D1-4C89-BDDC-E4348750662D}" dt="2023-01-12T15:50:47.314" v="2572" actId="26606"/>
          <ac:spMkLst>
            <pc:docMk/>
            <pc:sldMk cId="3968291069" sldId="264"/>
            <ac:spMk id="45" creationId="{93F0ADB5-A0B4-4B01-A8C4-FDC34CE22BD4}"/>
          </ac:spMkLst>
        </pc:spChg>
        <pc:spChg chg="add del">
          <ac:chgData name="Peter James" userId="42ed6fb6-03df-44fa-ad94-6bcf829c2de6" providerId="ADAL" clId="{E89D7401-C4D1-4C89-BDDC-E4348750662D}" dt="2023-01-12T15:50:47.314" v="2572" actId="26606"/>
          <ac:spMkLst>
            <pc:docMk/>
            <pc:sldMk cId="3968291069" sldId="264"/>
            <ac:spMk id="47" creationId="{AA6D0FDE-0241-4C21-A720-A69475358235}"/>
          </ac:spMkLst>
        </pc:spChg>
        <pc:spChg chg="add">
          <ac:chgData name="Peter James" userId="42ed6fb6-03df-44fa-ad94-6bcf829c2de6" providerId="ADAL" clId="{E89D7401-C4D1-4C89-BDDC-E4348750662D}" dt="2023-01-12T15:50:47.314" v="2572" actId="26606"/>
          <ac:spMkLst>
            <pc:docMk/>
            <pc:sldMk cId="3968291069" sldId="264"/>
            <ac:spMk id="52" creationId="{0AF33C27-9C85-4B30-9AD7-879D48AFE4FF}"/>
          </ac:spMkLst>
        </pc:spChg>
        <pc:spChg chg="add">
          <ac:chgData name="Peter James" userId="42ed6fb6-03df-44fa-ad94-6bcf829c2de6" providerId="ADAL" clId="{E89D7401-C4D1-4C89-BDDC-E4348750662D}" dt="2023-01-12T15:50:47.314" v="2572" actId="26606"/>
          <ac:spMkLst>
            <pc:docMk/>
            <pc:sldMk cId="3968291069" sldId="264"/>
            <ac:spMk id="54" creationId="{6D5089DD-882D-4413-B8BF-4798BFD84A98}"/>
          </ac:spMkLst>
        </pc:spChg>
        <pc:grpChg chg="add del">
          <ac:chgData name="Peter James" userId="42ed6fb6-03df-44fa-ad94-6bcf829c2de6" providerId="ADAL" clId="{E89D7401-C4D1-4C89-BDDC-E4348750662D}" dt="2022-12-22T09:25:04.797" v="204" actId="26606"/>
          <ac:grpSpMkLst>
            <pc:docMk/>
            <pc:sldMk cId="3968291069" sldId="264"/>
            <ac:grpSpMk id="12" creationId="{1E52C707-F508-47B5-8864-8CC3EE0F030B}"/>
          </ac:grpSpMkLst>
        </pc:grpChg>
        <pc:grpChg chg="add del">
          <ac:chgData name="Peter James" userId="42ed6fb6-03df-44fa-ad94-6bcf829c2de6" providerId="ADAL" clId="{E89D7401-C4D1-4C89-BDDC-E4348750662D}" dt="2022-12-22T09:23:37.467" v="177" actId="26606"/>
          <ac:grpSpMkLst>
            <pc:docMk/>
            <pc:sldMk cId="3968291069" sldId="264"/>
            <ac:grpSpMk id="13" creationId="{C2CA0337-9B09-4746-93D0-7E92F422020B}"/>
          </ac:grpSpMkLst>
        </pc:grpChg>
        <pc:grpChg chg="add del">
          <ac:chgData name="Peter James" userId="42ed6fb6-03df-44fa-ad94-6bcf829c2de6" providerId="ADAL" clId="{E89D7401-C4D1-4C89-BDDC-E4348750662D}" dt="2022-12-22T09:25:04.770" v="203" actId="26606"/>
          <ac:grpSpMkLst>
            <pc:docMk/>
            <pc:sldMk cId="3968291069" sldId="264"/>
            <ac:grpSpMk id="32" creationId="{2F723DE5-3668-495B-86B4-1F6867DD0043}"/>
          </ac:grpSpMkLst>
        </pc:grpChg>
        <pc:graphicFrameChg chg="add del">
          <ac:chgData name="Peter James" userId="42ed6fb6-03df-44fa-ad94-6bcf829c2de6" providerId="ADAL" clId="{E89D7401-C4D1-4C89-BDDC-E4348750662D}" dt="2022-12-22T09:23:37.467" v="177" actId="26606"/>
          <ac:graphicFrameMkLst>
            <pc:docMk/>
            <pc:sldMk cId="3968291069" sldId="264"/>
            <ac:graphicFrameMk id="5" creationId="{386976E3-C303-78B2-77D8-E80DC8FA8AF2}"/>
          </ac:graphicFrameMkLst>
        </pc:graphicFrameChg>
        <pc:graphicFrameChg chg="add del">
          <ac:chgData name="Peter James" userId="42ed6fb6-03df-44fa-ad94-6bcf829c2de6" providerId="ADAL" clId="{E89D7401-C4D1-4C89-BDDC-E4348750662D}" dt="2022-12-22T09:25:04.770" v="203" actId="26606"/>
          <ac:graphicFrameMkLst>
            <pc:docMk/>
            <pc:sldMk cId="3968291069" sldId="264"/>
            <ac:graphicFrameMk id="24" creationId="{BD426A07-CB1C-DD04-7315-FFB8504C8355}"/>
          </ac:graphicFrameMkLst>
        </pc:graphicFrameChg>
        <pc:graphicFrameChg chg="add mod modGraphic">
          <ac:chgData name="Peter James" userId="42ed6fb6-03df-44fa-ad94-6bcf829c2de6" providerId="ADAL" clId="{E89D7401-C4D1-4C89-BDDC-E4348750662D}" dt="2023-01-12T15:52:43.921" v="2598" actId="478"/>
          <ac:graphicFrameMkLst>
            <pc:docMk/>
            <pc:sldMk cId="3968291069" sldId="264"/>
            <ac:graphicFrameMk id="40" creationId="{11CC15A0-794F-AEFA-54BE-39059A9F2E40}"/>
          </ac:graphicFrameMkLst>
        </pc:graphicFrameChg>
      </pc:sldChg>
      <pc:sldChg chg="addSp delSp modSp new del mod setBg">
        <pc:chgData name="Peter James" userId="42ed6fb6-03df-44fa-ad94-6bcf829c2de6" providerId="ADAL" clId="{E89D7401-C4D1-4C89-BDDC-E4348750662D}" dt="2023-01-12T15:53:00.049" v="2599" actId="47"/>
        <pc:sldMkLst>
          <pc:docMk/>
          <pc:sldMk cId="2168024538" sldId="265"/>
        </pc:sldMkLst>
        <pc:spChg chg="mod">
          <ac:chgData name="Peter James" userId="42ed6fb6-03df-44fa-ad94-6bcf829c2de6" providerId="ADAL" clId="{E89D7401-C4D1-4C89-BDDC-E4348750662D}" dt="2022-12-22T09:26:02.880" v="217" actId="26606"/>
          <ac:spMkLst>
            <pc:docMk/>
            <pc:sldMk cId="2168024538" sldId="265"/>
            <ac:spMk id="2" creationId="{1FD5D599-5D5B-BD8A-C191-BCC304489FF5}"/>
          </ac:spMkLst>
        </pc:spChg>
        <pc:spChg chg="del mod">
          <ac:chgData name="Peter James" userId="42ed6fb6-03df-44fa-ad94-6bcf829c2de6" providerId="ADAL" clId="{E89D7401-C4D1-4C89-BDDC-E4348750662D}" dt="2022-12-22T09:26:02.880" v="217" actId="26606"/>
          <ac:spMkLst>
            <pc:docMk/>
            <pc:sldMk cId="2168024538" sldId="265"/>
            <ac:spMk id="3" creationId="{57F6A385-9069-4594-283D-41C0EE6B3016}"/>
          </ac:spMkLst>
        </pc:spChg>
        <pc:graphicFrameChg chg="add">
          <ac:chgData name="Peter James" userId="42ed6fb6-03df-44fa-ad94-6bcf829c2de6" providerId="ADAL" clId="{E89D7401-C4D1-4C89-BDDC-E4348750662D}" dt="2022-12-22T09:26:02.880" v="217" actId="26606"/>
          <ac:graphicFrameMkLst>
            <pc:docMk/>
            <pc:sldMk cId="2168024538" sldId="265"/>
            <ac:graphicFrameMk id="5" creationId="{98CC6789-F977-9051-F676-DE4A0F8DEB30}"/>
          </ac:graphicFrameMkLst>
        </pc:graphicFrameChg>
      </pc:sldChg>
      <pc:sldChg chg="addSp delSp modSp new mod setBg">
        <pc:chgData name="Peter James" userId="42ed6fb6-03df-44fa-ad94-6bcf829c2de6" providerId="ADAL" clId="{E89D7401-C4D1-4C89-BDDC-E4348750662D}" dt="2023-01-12T16:30:27.999" v="3244" actId="12269"/>
        <pc:sldMkLst>
          <pc:docMk/>
          <pc:sldMk cId="607445658" sldId="266"/>
        </pc:sldMkLst>
        <pc:spChg chg="mod">
          <ac:chgData name="Peter James" userId="42ed6fb6-03df-44fa-ad94-6bcf829c2de6" providerId="ADAL" clId="{E89D7401-C4D1-4C89-BDDC-E4348750662D}" dt="2023-01-12T15:53:38.769" v="2600" actId="26606"/>
          <ac:spMkLst>
            <pc:docMk/>
            <pc:sldMk cId="607445658" sldId="266"/>
            <ac:spMk id="2" creationId="{6D436B90-438B-0E08-B86F-2F5E39D8CF17}"/>
          </ac:spMkLst>
        </pc:spChg>
        <pc:spChg chg="add del mod">
          <ac:chgData name="Peter James" userId="42ed6fb6-03df-44fa-ad94-6bcf829c2de6" providerId="ADAL" clId="{E89D7401-C4D1-4C89-BDDC-E4348750662D}" dt="2023-01-12T15:53:38.769" v="2600" actId="26606"/>
          <ac:spMkLst>
            <pc:docMk/>
            <pc:sldMk cId="607445658" sldId="266"/>
            <ac:spMk id="3" creationId="{5F4D926A-1D74-58FD-44AB-16780BB1D031}"/>
          </ac:spMkLst>
        </pc:spChg>
        <pc:spChg chg="add">
          <ac:chgData name="Peter James" userId="42ed6fb6-03df-44fa-ad94-6bcf829c2de6" providerId="ADAL" clId="{E89D7401-C4D1-4C89-BDDC-E4348750662D}" dt="2023-01-12T15:53:38.769" v="2600" actId="26606"/>
          <ac:spMkLst>
            <pc:docMk/>
            <pc:sldMk cId="607445658" sldId="266"/>
            <ac:spMk id="6" creationId="{0AF33C27-9C85-4B30-9AD7-879D48AFE4FF}"/>
          </ac:spMkLst>
        </pc:spChg>
        <pc:spChg chg="add">
          <ac:chgData name="Peter James" userId="42ed6fb6-03df-44fa-ad94-6bcf829c2de6" providerId="ADAL" clId="{E89D7401-C4D1-4C89-BDDC-E4348750662D}" dt="2023-01-12T15:53:38.769" v="2600" actId="26606"/>
          <ac:spMkLst>
            <pc:docMk/>
            <pc:sldMk cId="607445658" sldId="266"/>
            <ac:spMk id="8" creationId="{6D5089DD-882D-4413-B8BF-4798BFD84A98}"/>
          </ac:spMkLst>
        </pc:spChg>
        <pc:spChg chg="add del">
          <ac:chgData name="Peter James" userId="42ed6fb6-03df-44fa-ad94-6bcf829c2de6" providerId="ADAL" clId="{E89D7401-C4D1-4C89-BDDC-E4348750662D}" dt="2022-12-22T09:31:39.602" v="231" actId="26606"/>
          <ac:spMkLst>
            <pc:docMk/>
            <pc:sldMk cId="607445658" sldId="266"/>
            <ac:spMk id="11" creationId="{AAB5649A-D799-4BE2-9913-FFD6F2B4EE71}"/>
          </ac:spMkLst>
        </pc:spChg>
        <pc:spChg chg="add del">
          <ac:chgData name="Peter James" userId="42ed6fb6-03df-44fa-ad94-6bcf829c2de6" providerId="ADAL" clId="{E89D7401-C4D1-4C89-BDDC-E4348750662D}" dt="2022-12-22T09:31:39.602" v="231" actId="26606"/>
          <ac:spMkLst>
            <pc:docMk/>
            <pc:sldMk cId="607445658" sldId="266"/>
            <ac:spMk id="12" creationId="{A791E548-71E9-4E48-95EF-028C1F694C62}"/>
          </ac:spMkLst>
        </pc:spChg>
        <pc:grpChg chg="add del">
          <ac:chgData name="Peter James" userId="42ed6fb6-03df-44fa-ad94-6bcf829c2de6" providerId="ADAL" clId="{E89D7401-C4D1-4C89-BDDC-E4348750662D}" dt="2022-12-22T09:31:39.602" v="231" actId="26606"/>
          <ac:grpSpMkLst>
            <pc:docMk/>
            <pc:sldMk cId="607445658" sldId="266"/>
            <ac:grpSpMk id="13" creationId="{2F723DE5-3668-495B-86B4-1F6867DD0043}"/>
          </ac:grpSpMkLst>
        </pc:grpChg>
        <pc:graphicFrameChg chg="add del">
          <ac:chgData name="Peter James" userId="42ed6fb6-03df-44fa-ad94-6bcf829c2de6" providerId="ADAL" clId="{E89D7401-C4D1-4C89-BDDC-E4348750662D}" dt="2022-12-22T09:30:07.589" v="225" actId="26606"/>
          <ac:graphicFrameMkLst>
            <pc:docMk/>
            <pc:sldMk cId="607445658" sldId="266"/>
            <ac:graphicFrameMk id="5" creationId="{C1637B59-8282-32F6-12F2-5830BB30C95E}"/>
          </ac:graphicFrameMkLst>
        </pc:graphicFrameChg>
        <pc:graphicFrameChg chg="add del">
          <ac:chgData name="Peter James" userId="42ed6fb6-03df-44fa-ad94-6bcf829c2de6" providerId="ADAL" clId="{E89D7401-C4D1-4C89-BDDC-E4348750662D}" dt="2022-12-22T09:30:11.417" v="227" actId="26606"/>
          <ac:graphicFrameMkLst>
            <pc:docMk/>
            <pc:sldMk cId="607445658" sldId="266"/>
            <ac:graphicFrameMk id="7" creationId="{2E4C9E33-8872-A10A-0259-F2BBA1C0DE82}"/>
          </ac:graphicFrameMkLst>
        </pc:graphicFrameChg>
        <pc:graphicFrameChg chg="add del">
          <ac:chgData name="Peter James" userId="42ed6fb6-03df-44fa-ad94-6bcf829c2de6" providerId="ADAL" clId="{E89D7401-C4D1-4C89-BDDC-E4348750662D}" dt="2022-12-22T09:30:17.351" v="229" actId="26606"/>
          <ac:graphicFrameMkLst>
            <pc:docMk/>
            <pc:sldMk cId="607445658" sldId="266"/>
            <ac:graphicFrameMk id="9" creationId="{C145C57B-9F43-307D-317D-A1BC75FF8DDA}"/>
          </ac:graphicFrameMkLst>
        </pc:graphicFrameChg>
        <pc:graphicFrameChg chg="add mod">
          <ac:chgData name="Peter James" userId="42ed6fb6-03df-44fa-ad94-6bcf829c2de6" providerId="ADAL" clId="{E89D7401-C4D1-4C89-BDDC-E4348750662D}" dt="2023-01-12T16:30:27.999" v="3244" actId="12269"/>
          <ac:graphicFrameMkLst>
            <pc:docMk/>
            <pc:sldMk cId="607445658" sldId="266"/>
            <ac:graphicFrameMk id="10" creationId="{B939FF02-8B68-FAB4-A768-3D1CA00D4B9F}"/>
          </ac:graphicFrameMkLst>
        </pc:graphicFrameChg>
        <pc:graphicFrameChg chg="add del">
          <ac:chgData name="Peter James" userId="42ed6fb6-03df-44fa-ad94-6bcf829c2de6" providerId="ADAL" clId="{E89D7401-C4D1-4C89-BDDC-E4348750662D}" dt="2022-12-22T09:31:39.602" v="231" actId="26606"/>
          <ac:graphicFrameMkLst>
            <pc:docMk/>
            <pc:sldMk cId="607445658" sldId="266"/>
            <ac:graphicFrameMk id="20" creationId="{06BCF70E-90F8-189F-D5CF-8F4B8572D673}"/>
          </ac:graphicFrameMkLst>
        </pc:graphicFrameChg>
      </pc:sldChg>
      <pc:sldChg chg="addSp delSp modSp new mod setBg">
        <pc:chgData name="Peter James" userId="42ed6fb6-03df-44fa-ad94-6bcf829c2de6" providerId="ADAL" clId="{E89D7401-C4D1-4C89-BDDC-E4348750662D}" dt="2023-01-12T16:31:01.169" v="3245" actId="12269"/>
        <pc:sldMkLst>
          <pc:docMk/>
          <pc:sldMk cId="367907448" sldId="267"/>
        </pc:sldMkLst>
        <pc:spChg chg="mod">
          <ac:chgData name="Peter James" userId="42ed6fb6-03df-44fa-ad94-6bcf829c2de6" providerId="ADAL" clId="{E89D7401-C4D1-4C89-BDDC-E4348750662D}" dt="2023-01-12T16:08:10.011" v="2793" actId="26606"/>
          <ac:spMkLst>
            <pc:docMk/>
            <pc:sldMk cId="367907448" sldId="267"/>
            <ac:spMk id="2" creationId="{4100B586-7BBA-00FE-8139-908DF5EA7368}"/>
          </ac:spMkLst>
        </pc:spChg>
        <pc:spChg chg="del mod">
          <ac:chgData name="Peter James" userId="42ed6fb6-03df-44fa-ad94-6bcf829c2de6" providerId="ADAL" clId="{E89D7401-C4D1-4C89-BDDC-E4348750662D}" dt="2023-01-12T16:07:52.611" v="2792" actId="26606"/>
          <ac:spMkLst>
            <pc:docMk/>
            <pc:sldMk cId="367907448" sldId="267"/>
            <ac:spMk id="3" creationId="{A6106FD2-2262-77B0-8939-E7715ADFF151}"/>
          </ac:spMkLst>
        </pc:spChg>
        <pc:graphicFrameChg chg="add mod modGraphic">
          <ac:chgData name="Peter James" userId="42ed6fb6-03df-44fa-ad94-6bcf829c2de6" providerId="ADAL" clId="{E89D7401-C4D1-4C89-BDDC-E4348750662D}" dt="2023-01-12T16:31:01.169" v="3245" actId="12269"/>
          <ac:graphicFrameMkLst>
            <pc:docMk/>
            <pc:sldMk cId="367907448" sldId="267"/>
            <ac:graphicFrameMk id="5" creationId="{0FB029B7-0C3B-A1CA-B005-4F8383C8267A}"/>
          </ac:graphicFrameMkLst>
        </pc:graphicFrameChg>
      </pc:sldChg>
      <pc:sldChg chg="modSp new del mod">
        <pc:chgData name="Peter James" userId="42ed6fb6-03df-44fa-ad94-6bcf829c2de6" providerId="ADAL" clId="{E89D7401-C4D1-4C89-BDDC-E4348750662D}" dt="2023-01-12T15:56:36.577" v="2625" actId="47"/>
        <pc:sldMkLst>
          <pc:docMk/>
          <pc:sldMk cId="181656714" sldId="268"/>
        </pc:sldMkLst>
        <pc:spChg chg="mod">
          <ac:chgData name="Peter James" userId="42ed6fb6-03df-44fa-ad94-6bcf829c2de6" providerId="ADAL" clId="{E89D7401-C4D1-4C89-BDDC-E4348750662D}" dt="2022-12-22T11:02:38.529" v="516"/>
          <ac:spMkLst>
            <pc:docMk/>
            <pc:sldMk cId="181656714" sldId="268"/>
            <ac:spMk id="2" creationId="{3A1F9822-C551-95AB-00F2-CF11078BAD4F}"/>
          </ac:spMkLst>
        </pc:spChg>
        <pc:spChg chg="mod">
          <ac:chgData name="Peter James" userId="42ed6fb6-03df-44fa-ad94-6bcf829c2de6" providerId="ADAL" clId="{E89D7401-C4D1-4C89-BDDC-E4348750662D}" dt="2023-01-12T15:56:30.401" v="2622" actId="21"/>
          <ac:spMkLst>
            <pc:docMk/>
            <pc:sldMk cId="181656714" sldId="268"/>
            <ac:spMk id="3" creationId="{200C9D28-88DC-287C-4575-D0CEB2A44F06}"/>
          </ac:spMkLst>
        </pc:spChg>
      </pc:sldChg>
      <pc:sldChg chg="modSp new del mod">
        <pc:chgData name="Peter James" userId="42ed6fb6-03df-44fa-ad94-6bcf829c2de6" providerId="ADAL" clId="{E89D7401-C4D1-4C89-BDDC-E4348750662D}" dt="2023-01-12T15:57:03.521" v="2635" actId="47"/>
        <pc:sldMkLst>
          <pc:docMk/>
          <pc:sldMk cId="1628985596" sldId="269"/>
        </pc:sldMkLst>
        <pc:spChg chg="mod">
          <ac:chgData name="Peter James" userId="42ed6fb6-03df-44fa-ad94-6bcf829c2de6" providerId="ADAL" clId="{E89D7401-C4D1-4C89-BDDC-E4348750662D}" dt="2022-12-22T11:02:38.529" v="516"/>
          <ac:spMkLst>
            <pc:docMk/>
            <pc:sldMk cId="1628985596" sldId="269"/>
            <ac:spMk id="2" creationId="{C7FBF47B-7E80-51AA-1FA0-B2FED16D0938}"/>
          </ac:spMkLst>
        </pc:spChg>
        <pc:spChg chg="mod">
          <ac:chgData name="Peter James" userId="42ed6fb6-03df-44fa-ad94-6bcf829c2de6" providerId="ADAL" clId="{E89D7401-C4D1-4C89-BDDC-E4348750662D}" dt="2023-01-12T15:56:54.824" v="2630" actId="27636"/>
          <ac:spMkLst>
            <pc:docMk/>
            <pc:sldMk cId="1628985596" sldId="269"/>
            <ac:spMk id="3" creationId="{A33EA9B2-BDFF-12E6-BB77-F314B1F280AE}"/>
          </ac:spMkLst>
        </pc:spChg>
      </pc:sldChg>
      <pc:sldChg chg="modSp new del mod">
        <pc:chgData name="Peter James" userId="42ed6fb6-03df-44fa-ad94-6bcf829c2de6" providerId="ADAL" clId="{E89D7401-C4D1-4C89-BDDC-E4348750662D}" dt="2023-01-12T15:57:26.114" v="2643" actId="47"/>
        <pc:sldMkLst>
          <pc:docMk/>
          <pc:sldMk cId="3384504350" sldId="270"/>
        </pc:sldMkLst>
        <pc:spChg chg="mod">
          <ac:chgData name="Peter James" userId="42ed6fb6-03df-44fa-ad94-6bcf829c2de6" providerId="ADAL" clId="{E89D7401-C4D1-4C89-BDDC-E4348750662D}" dt="2022-12-22T11:02:38.529" v="516"/>
          <ac:spMkLst>
            <pc:docMk/>
            <pc:sldMk cId="3384504350" sldId="270"/>
            <ac:spMk id="2" creationId="{2B91190D-40E6-F149-F393-255A908CEF6B}"/>
          </ac:spMkLst>
        </pc:spChg>
        <pc:spChg chg="mod">
          <ac:chgData name="Peter James" userId="42ed6fb6-03df-44fa-ad94-6bcf829c2de6" providerId="ADAL" clId="{E89D7401-C4D1-4C89-BDDC-E4348750662D}" dt="2023-01-12T15:57:18.434" v="2637" actId="27636"/>
          <ac:spMkLst>
            <pc:docMk/>
            <pc:sldMk cId="3384504350" sldId="270"/>
            <ac:spMk id="3" creationId="{2013D0E6-B60C-E9A9-3D6F-FEC6D2A253FA}"/>
          </ac:spMkLst>
        </pc:spChg>
      </pc:sldChg>
      <pc:sldChg chg="addSp delSp modSp new mod setBg">
        <pc:chgData name="Peter James" userId="42ed6fb6-03df-44fa-ad94-6bcf829c2de6" providerId="ADAL" clId="{E89D7401-C4D1-4C89-BDDC-E4348750662D}" dt="2023-01-12T16:08:40.118" v="2807" actId="20577"/>
        <pc:sldMkLst>
          <pc:docMk/>
          <pc:sldMk cId="1888027721" sldId="271"/>
        </pc:sldMkLst>
        <pc:spChg chg="mod">
          <ac:chgData name="Peter James" userId="42ed6fb6-03df-44fa-ad94-6bcf829c2de6" providerId="ADAL" clId="{E89D7401-C4D1-4C89-BDDC-E4348750662D}" dt="2023-01-12T16:08:40.118" v="2807" actId="20577"/>
          <ac:spMkLst>
            <pc:docMk/>
            <pc:sldMk cId="1888027721" sldId="271"/>
            <ac:spMk id="2" creationId="{16720184-D53D-9CDC-BC69-5F8AC4409F49}"/>
          </ac:spMkLst>
        </pc:spChg>
        <pc:spChg chg="del mod">
          <ac:chgData name="Peter James" userId="42ed6fb6-03df-44fa-ad94-6bcf829c2de6" providerId="ADAL" clId="{E89D7401-C4D1-4C89-BDDC-E4348750662D}" dt="2023-01-12T16:08:22.371" v="2794" actId="26606"/>
          <ac:spMkLst>
            <pc:docMk/>
            <pc:sldMk cId="1888027721" sldId="271"/>
            <ac:spMk id="3" creationId="{73075546-7A07-A18D-4F0D-58E127A6D037}"/>
          </ac:spMkLst>
        </pc:spChg>
        <pc:graphicFrameChg chg="add">
          <ac:chgData name="Peter James" userId="42ed6fb6-03df-44fa-ad94-6bcf829c2de6" providerId="ADAL" clId="{E89D7401-C4D1-4C89-BDDC-E4348750662D}" dt="2023-01-12T16:08:22.371" v="2794" actId="26606"/>
          <ac:graphicFrameMkLst>
            <pc:docMk/>
            <pc:sldMk cId="1888027721" sldId="271"/>
            <ac:graphicFrameMk id="5" creationId="{EABB4C21-6C87-9848-78CD-EE4F7F1EFEBC}"/>
          </ac:graphicFrameMkLst>
        </pc:graphicFrameChg>
      </pc:sldChg>
      <pc:sldChg chg="addSp delSp modSp new mod setBg">
        <pc:chgData name="Peter James" userId="42ed6fb6-03df-44fa-ad94-6bcf829c2de6" providerId="ADAL" clId="{E89D7401-C4D1-4C89-BDDC-E4348750662D}" dt="2023-01-12T16:08:54.066" v="2808" actId="26606"/>
        <pc:sldMkLst>
          <pc:docMk/>
          <pc:sldMk cId="609547597" sldId="272"/>
        </pc:sldMkLst>
        <pc:spChg chg="mod">
          <ac:chgData name="Peter James" userId="42ed6fb6-03df-44fa-ad94-6bcf829c2de6" providerId="ADAL" clId="{E89D7401-C4D1-4C89-BDDC-E4348750662D}" dt="2023-01-12T16:08:54.066" v="2808" actId="26606"/>
          <ac:spMkLst>
            <pc:docMk/>
            <pc:sldMk cId="609547597" sldId="272"/>
            <ac:spMk id="2" creationId="{839375BC-F259-2B86-D464-2EF2E4D75C7C}"/>
          </ac:spMkLst>
        </pc:spChg>
        <pc:spChg chg="del">
          <ac:chgData name="Peter James" userId="42ed6fb6-03df-44fa-ad94-6bcf829c2de6" providerId="ADAL" clId="{E89D7401-C4D1-4C89-BDDC-E4348750662D}" dt="2022-12-13T15:24:02.129" v="70"/>
          <ac:spMkLst>
            <pc:docMk/>
            <pc:sldMk cId="609547597" sldId="272"/>
            <ac:spMk id="3" creationId="{32A007F1-F2C7-4A00-B94D-66E4411DA7AF}"/>
          </ac:spMkLst>
        </pc:spChg>
        <pc:spChg chg="add">
          <ac:chgData name="Peter James" userId="42ed6fb6-03df-44fa-ad94-6bcf829c2de6" providerId="ADAL" clId="{E89D7401-C4D1-4C89-BDDC-E4348750662D}" dt="2023-01-12T16:08:54.066" v="2808" actId="26606"/>
          <ac:spMkLst>
            <pc:docMk/>
            <pc:sldMk cId="609547597" sldId="272"/>
            <ac:spMk id="9" creationId="{419501C6-F015-4273-AF88-E0F6C853899F}"/>
          </ac:spMkLst>
        </pc:spChg>
        <pc:spChg chg="add">
          <ac:chgData name="Peter James" userId="42ed6fb6-03df-44fa-ad94-6bcf829c2de6" providerId="ADAL" clId="{E89D7401-C4D1-4C89-BDDC-E4348750662D}" dt="2023-01-12T16:08:54.066" v="2808" actId="26606"/>
          <ac:spMkLst>
            <pc:docMk/>
            <pc:sldMk cId="609547597" sldId="272"/>
            <ac:spMk id="11" creationId="{CA677DB7-5829-45BD-9754-5EC484CC4253}"/>
          </ac:spMkLst>
        </pc:spChg>
        <pc:picChg chg="add mod">
          <ac:chgData name="Peter James" userId="42ed6fb6-03df-44fa-ad94-6bcf829c2de6" providerId="ADAL" clId="{E89D7401-C4D1-4C89-BDDC-E4348750662D}" dt="2023-01-12T16:08:54.066" v="2808" actId="26606"/>
          <ac:picMkLst>
            <pc:docMk/>
            <pc:sldMk cId="609547597" sldId="272"/>
            <ac:picMk id="4" creationId="{202B110D-6644-6145-FC81-E25496C22138}"/>
          </ac:picMkLst>
        </pc:picChg>
      </pc:sldChg>
      <pc:sldChg chg="modSp new del mod">
        <pc:chgData name="Peter James" userId="42ed6fb6-03df-44fa-ad94-6bcf829c2de6" providerId="ADAL" clId="{E89D7401-C4D1-4C89-BDDC-E4348750662D}" dt="2023-01-12T15:58:52.338" v="2725" actId="47"/>
        <pc:sldMkLst>
          <pc:docMk/>
          <pc:sldMk cId="2694101929" sldId="273"/>
        </pc:sldMkLst>
        <pc:spChg chg="mod">
          <ac:chgData name="Peter James" userId="42ed6fb6-03df-44fa-ad94-6bcf829c2de6" providerId="ADAL" clId="{E89D7401-C4D1-4C89-BDDC-E4348750662D}" dt="2022-12-22T11:02:38.529" v="516"/>
          <ac:spMkLst>
            <pc:docMk/>
            <pc:sldMk cId="2694101929" sldId="273"/>
            <ac:spMk id="2" creationId="{506C6A1A-399F-C437-A490-95AD44C72237}"/>
          </ac:spMkLst>
        </pc:spChg>
        <pc:spChg chg="mod">
          <ac:chgData name="Peter James" userId="42ed6fb6-03df-44fa-ad94-6bcf829c2de6" providerId="ADAL" clId="{E89D7401-C4D1-4C89-BDDC-E4348750662D}" dt="2023-01-12T15:58:27.759" v="2705" actId="21"/>
          <ac:spMkLst>
            <pc:docMk/>
            <pc:sldMk cId="2694101929" sldId="273"/>
            <ac:spMk id="3" creationId="{2D792760-DD36-B605-A078-4DD62689A493}"/>
          </ac:spMkLst>
        </pc:spChg>
      </pc:sldChg>
      <pc:sldChg chg="modSp new del mod">
        <pc:chgData name="Peter James" userId="42ed6fb6-03df-44fa-ad94-6bcf829c2de6" providerId="ADAL" clId="{E89D7401-C4D1-4C89-BDDC-E4348750662D}" dt="2023-01-12T15:59:24.739" v="2745" actId="47"/>
        <pc:sldMkLst>
          <pc:docMk/>
          <pc:sldMk cId="1043625131" sldId="274"/>
        </pc:sldMkLst>
        <pc:spChg chg="mod">
          <ac:chgData name="Peter James" userId="42ed6fb6-03df-44fa-ad94-6bcf829c2de6" providerId="ADAL" clId="{E89D7401-C4D1-4C89-BDDC-E4348750662D}" dt="2022-12-22T11:02:38.529" v="516"/>
          <ac:spMkLst>
            <pc:docMk/>
            <pc:sldMk cId="1043625131" sldId="274"/>
            <ac:spMk id="2" creationId="{C63D69E3-4B46-0260-244C-5D3DB3DD785D}"/>
          </ac:spMkLst>
        </pc:spChg>
        <pc:spChg chg="mod">
          <ac:chgData name="Peter James" userId="42ed6fb6-03df-44fa-ad94-6bcf829c2de6" providerId="ADAL" clId="{E89D7401-C4D1-4C89-BDDC-E4348750662D}" dt="2023-01-12T15:59:17.725" v="2741" actId="21"/>
          <ac:spMkLst>
            <pc:docMk/>
            <pc:sldMk cId="1043625131" sldId="274"/>
            <ac:spMk id="3" creationId="{7353E735-909E-C760-B7CC-25D8501C3131}"/>
          </ac:spMkLst>
        </pc:spChg>
      </pc:sldChg>
      <pc:sldChg chg="modSp add del mod">
        <pc:chgData name="Peter James" userId="42ed6fb6-03df-44fa-ad94-6bcf829c2de6" providerId="ADAL" clId="{E89D7401-C4D1-4C89-BDDC-E4348750662D}" dt="2022-12-22T09:36:05.517" v="359" actId="47"/>
        <pc:sldMkLst>
          <pc:docMk/>
          <pc:sldMk cId="1939880003" sldId="275"/>
        </pc:sldMkLst>
        <pc:spChg chg="mod">
          <ac:chgData name="Peter James" userId="42ed6fb6-03df-44fa-ad94-6bcf829c2de6" providerId="ADAL" clId="{E89D7401-C4D1-4C89-BDDC-E4348750662D}" dt="2022-12-21T08:37:32.736" v="140" actId="27636"/>
          <ac:spMkLst>
            <pc:docMk/>
            <pc:sldMk cId="1939880003" sldId="275"/>
            <ac:spMk id="3" creationId="{886C7002-798D-02F1-57B2-5DC3E57D1E1F}"/>
          </ac:spMkLst>
        </pc:spChg>
      </pc:sldChg>
      <pc:sldChg chg="modSp add del mod">
        <pc:chgData name="Peter James" userId="42ed6fb6-03df-44fa-ad94-6bcf829c2de6" providerId="ADAL" clId="{E89D7401-C4D1-4C89-BDDC-E4348750662D}" dt="2022-12-22T15:26:06.029" v="1283" actId="47"/>
        <pc:sldMkLst>
          <pc:docMk/>
          <pc:sldMk cId="250206341" sldId="276"/>
        </pc:sldMkLst>
        <pc:spChg chg="mod">
          <ac:chgData name="Peter James" userId="42ed6fb6-03df-44fa-ad94-6bcf829c2de6" providerId="ADAL" clId="{E89D7401-C4D1-4C89-BDDC-E4348750662D}" dt="2022-12-22T11:02:38.529" v="516"/>
          <ac:spMkLst>
            <pc:docMk/>
            <pc:sldMk cId="250206341" sldId="276"/>
            <ac:spMk id="2" creationId="{18EDCBF3-D160-146A-0849-C81B6A283E09}"/>
          </ac:spMkLst>
        </pc:spChg>
        <pc:spChg chg="mod">
          <ac:chgData name="Peter James" userId="42ed6fb6-03df-44fa-ad94-6bcf829c2de6" providerId="ADAL" clId="{E89D7401-C4D1-4C89-BDDC-E4348750662D}" dt="2022-12-22T15:25:37.353" v="1268" actId="21"/>
          <ac:spMkLst>
            <pc:docMk/>
            <pc:sldMk cId="250206341" sldId="276"/>
            <ac:spMk id="3" creationId="{886C7002-798D-02F1-57B2-5DC3E57D1E1F}"/>
          </ac:spMkLst>
        </pc:spChg>
      </pc:sldChg>
      <pc:sldChg chg="modSp add del mod">
        <pc:chgData name="Peter James" userId="42ed6fb6-03df-44fa-ad94-6bcf829c2de6" providerId="ADAL" clId="{E89D7401-C4D1-4C89-BDDC-E4348750662D}" dt="2022-12-22T11:13:34.908" v="1068" actId="47"/>
        <pc:sldMkLst>
          <pc:docMk/>
          <pc:sldMk cId="2644147189" sldId="277"/>
        </pc:sldMkLst>
        <pc:spChg chg="mod">
          <ac:chgData name="Peter James" userId="42ed6fb6-03df-44fa-ad94-6bcf829c2de6" providerId="ADAL" clId="{E89D7401-C4D1-4C89-BDDC-E4348750662D}" dt="2022-12-22T11:02:38.529" v="516"/>
          <ac:spMkLst>
            <pc:docMk/>
            <pc:sldMk cId="2644147189" sldId="277"/>
            <ac:spMk id="2" creationId="{18EDCBF3-D160-146A-0849-C81B6A283E09}"/>
          </ac:spMkLst>
        </pc:spChg>
        <pc:spChg chg="mod">
          <ac:chgData name="Peter James" userId="42ed6fb6-03df-44fa-ad94-6bcf829c2de6" providerId="ADAL" clId="{E89D7401-C4D1-4C89-BDDC-E4348750662D}" dt="2022-12-22T11:12:33.701" v="1061" actId="21"/>
          <ac:spMkLst>
            <pc:docMk/>
            <pc:sldMk cId="2644147189" sldId="277"/>
            <ac:spMk id="3" creationId="{886C7002-798D-02F1-57B2-5DC3E57D1E1F}"/>
          </ac:spMkLst>
        </pc:spChg>
      </pc:sldChg>
      <pc:sldChg chg="addSp delSp modSp add del mod">
        <pc:chgData name="Peter James" userId="42ed6fb6-03df-44fa-ad94-6bcf829c2de6" providerId="ADAL" clId="{E89D7401-C4D1-4C89-BDDC-E4348750662D}" dt="2022-12-22T11:09:33.436" v="1015" actId="47"/>
        <pc:sldMkLst>
          <pc:docMk/>
          <pc:sldMk cId="4239551843" sldId="278"/>
        </pc:sldMkLst>
        <pc:spChg chg="mod">
          <ac:chgData name="Peter James" userId="42ed6fb6-03df-44fa-ad94-6bcf829c2de6" providerId="ADAL" clId="{E89D7401-C4D1-4C89-BDDC-E4348750662D}" dt="2022-12-22T11:02:38.529" v="516"/>
          <ac:spMkLst>
            <pc:docMk/>
            <pc:sldMk cId="4239551843" sldId="278"/>
            <ac:spMk id="2" creationId="{18EDCBF3-D160-146A-0849-C81B6A283E09}"/>
          </ac:spMkLst>
        </pc:spChg>
        <pc:spChg chg="mod">
          <ac:chgData name="Peter James" userId="42ed6fb6-03df-44fa-ad94-6bcf829c2de6" providerId="ADAL" clId="{E89D7401-C4D1-4C89-BDDC-E4348750662D}" dt="2022-12-22T11:03:32.025" v="537" actId="21"/>
          <ac:spMkLst>
            <pc:docMk/>
            <pc:sldMk cId="4239551843" sldId="278"/>
            <ac:spMk id="3" creationId="{886C7002-798D-02F1-57B2-5DC3E57D1E1F}"/>
          </ac:spMkLst>
        </pc:spChg>
        <pc:picChg chg="add del mod">
          <ac:chgData name="Peter James" userId="42ed6fb6-03df-44fa-ad94-6bcf829c2de6" providerId="ADAL" clId="{E89D7401-C4D1-4C89-BDDC-E4348750662D}" dt="2022-12-22T11:01:14.252" v="506" actId="478"/>
          <ac:picMkLst>
            <pc:docMk/>
            <pc:sldMk cId="4239551843" sldId="278"/>
            <ac:picMk id="5" creationId="{7CA51B53-73C4-97EA-8793-3FE432B23BCF}"/>
          </ac:picMkLst>
        </pc:picChg>
      </pc:sldChg>
      <pc:sldChg chg="modSp add del mod">
        <pc:chgData name="Peter James" userId="42ed6fb6-03df-44fa-ad94-6bcf829c2de6" providerId="ADAL" clId="{E89D7401-C4D1-4C89-BDDC-E4348750662D}" dt="2023-01-12T12:26:56.819" v="2547" actId="47"/>
        <pc:sldMkLst>
          <pc:docMk/>
          <pc:sldMk cId="4274631175" sldId="279"/>
        </pc:sldMkLst>
        <pc:spChg chg="mod">
          <ac:chgData name="Peter James" userId="42ed6fb6-03df-44fa-ad94-6bcf829c2de6" providerId="ADAL" clId="{E89D7401-C4D1-4C89-BDDC-E4348750662D}" dt="2022-12-22T11:02:38.529" v="516"/>
          <ac:spMkLst>
            <pc:docMk/>
            <pc:sldMk cId="4274631175" sldId="279"/>
            <ac:spMk id="2" creationId="{18EDCBF3-D160-146A-0849-C81B6A283E09}"/>
          </ac:spMkLst>
        </pc:spChg>
        <pc:spChg chg="mod">
          <ac:chgData name="Peter James" userId="42ed6fb6-03df-44fa-ad94-6bcf829c2de6" providerId="ADAL" clId="{E89D7401-C4D1-4C89-BDDC-E4348750662D}" dt="2023-01-12T12:26:49.166" v="2544" actId="21"/>
          <ac:spMkLst>
            <pc:docMk/>
            <pc:sldMk cId="4274631175" sldId="279"/>
            <ac:spMk id="3" creationId="{886C7002-798D-02F1-57B2-5DC3E57D1E1F}"/>
          </ac:spMkLst>
        </pc:spChg>
      </pc:sldChg>
      <pc:sldChg chg="add del">
        <pc:chgData name="Peter James" userId="42ed6fb6-03df-44fa-ad94-6bcf829c2de6" providerId="ADAL" clId="{E89D7401-C4D1-4C89-BDDC-E4348750662D}" dt="2023-01-12T16:09:46.484" v="2809" actId="47"/>
        <pc:sldMkLst>
          <pc:docMk/>
          <pc:sldMk cId="1191829221" sldId="280"/>
        </pc:sldMkLst>
      </pc:sldChg>
      <pc:sldChg chg="modSp add del mod">
        <pc:chgData name="Peter James" userId="42ed6fb6-03df-44fa-ad94-6bcf829c2de6" providerId="ADAL" clId="{E89D7401-C4D1-4C89-BDDC-E4348750662D}" dt="2023-01-12T12:28:06.557" v="2552" actId="2696"/>
        <pc:sldMkLst>
          <pc:docMk/>
          <pc:sldMk cId="3723440188" sldId="280"/>
        </pc:sldMkLst>
        <pc:spChg chg="mod">
          <ac:chgData name="Peter James" userId="42ed6fb6-03df-44fa-ad94-6bcf829c2de6" providerId="ADAL" clId="{E89D7401-C4D1-4C89-BDDC-E4348750662D}" dt="2022-12-22T11:02:38.529" v="516"/>
          <ac:spMkLst>
            <pc:docMk/>
            <pc:sldMk cId="3723440188" sldId="280"/>
            <ac:spMk id="2" creationId="{18EDCBF3-D160-146A-0849-C81B6A283E09}"/>
          </ac:spMkLst>
        </pc:spChg>
        <pc:spChg chg="mod">
          <ac:chgData name="Peter James" userId="42ed6fb6-03df-44fa-ad94-6bcf829c2de6" providerId="ADAL" clId="{E89D7401-C4D1-4C89-BDDC-E4348750662D}" dt="2023-01-03T13:03:05.857" v="1309" actId="5793"/>
          <ac:spMkLst>
            <pc:docMk/>
            <pc:sldMk cId="3723440188" sldId="280"/>
            <ac:spMk id="3" creationId="{886C7002-798D-02F1-57B2-5DC3E57D1E1F}"/>
          </ac:spMkLst>
        </pc:spChg>
      </pc:sldChg>
      <pc:sldChg chg="addSp delSp modSp add del mod ord setBg">
        <pc:chgData name="Peter James" userId="42ed6fb6-03df-44fa-ad94-6bcf829c2de6" providerId="ADAL" clId="{E89D7401-C4D1-4C89-BDDC-E4348750662D}" dt="2023-01-12T16:14:16.152" v="2902" actId="47"/>
        <pc:sldMkLst>
          <pc:docMk/>
          <pc:sldMk cId="2309645433" sldId="281"/>
        </pc:sldMkLst>
        <pc:spChg chg="mod">
          <ac:chgData name="Peter James" userId="42ed6fb6-03df-44fa-ad94-6bcf829c2de6" providerId="ADAL" clId="{E89D7401-C4D1-4C89-BDDC-E4348750662D}" dt="2022-12-22T15:11:18.644" v="1225" actId="20577"/>
          <ac:spMkLst>
            <pc:docMk/>
            <pc:sldMk cId="2309645433" sldId="281"/>
            <ac:spMk id="2" creationId="{18EDCBF3-D160-146A-0849-C81B6A283E09}"/>
          </ac:spMkLst>
        </pc:spChg>
        <pc:spChg chg="mod">
          <ac:chgData name="Peter James" userId="42ed6fb6-03df-44fa-ad94-6bcf829c2de6" providerId="ADAL" clId="{E89D7401-C4D1-4C89-BDDC-E4348750662D}" dt="2023-01-12T16:13:32.909" v="2884" actId="27636"/>
          <ac:spMkLst>
            <pc:docMk/>
            <pc:sldMk cId="2309645433" sldId="281"/>
            <ac:spMk id="3" creationId="{886C7002-798D-02F1-57B2-5DC3E57D1E1F}"/>
          </ac:spMkLst>
        </pc:spChg>
        <pc:spChg chg="add del mod">
          <ac:chgData name="Peter James" userId="42ed6fb6-03df-44fa-ad94-6bcf829c2de6" providerId="ADAL" clId="{E89D7401-C4D1-4C89-BDDC-E4348750662D}" dt="2023-01-12T16:13:24.205" v="2881"/>
          <ac:spMkLst>
            <pc:docMk/>
            <pc:sldMk cId="2309645433" sldId="281"/>
            <ac:spMk id="4" creationId="{835610E4-24BA-794B-13CC-E7AD96313B36}"/>
          </ac:spMkLst>
        </pc:spChg>
        <pc:spChg chg="add">
          <ac:chgData name="Peter James" userId="42ed6fb6-03df-44fa-ad94-6bcf829c2de6" providerId="ADAL" clId="{E89D7401-C4D1-4C89-BDDC-E4348750662D}" dt="2022-12-22T11:02:51.134" v="535" actId="26606"/>
          <ac:spMkLst>
            <pc:docMk/>
            <pc:sldMk cId="2309645433" sldId="281"/>
            <ac:spMk id="10" creationId="{419501C6-F015-4273-AF88-E0F6C853899F}"/>
          </ac:spMkLst>
        </pc:spChg>
        <pc:spChg chg="add">
          <ac:chgData name="Peter James" userId="42ed6fb6-03df-44fa-ad94-6bcf829c2de6" providerId="ADAL" clId="{E89D7401-C4D1-4C89-BDDC-E4348750662D}" dt="2022-12-22T11:02:51.134" v="535" actId="26606"/>
          <ac:spMkLst>
            <pc:docMk/>
            <pc:sldMk cId="2309645433" sldId="281"/>
            <ac:spMk id="12" creationId="{CA677DB7-5829-45BD-9754-5EC484CC4253}"/>
          </ac:spMkLst>
        </pc:spChg>
        <pc:picChg chg="del mod">
          <ac:chgData name="Peter James" userId="42ed6fb6-03df-44fa-ad94-6bcf829c2de6" providerId="ADAL" clId="{E89D7401-C4D1-4C89-BDDC-E4348750662D}" dt="2022-12-22T11:03:58.865" v="545" actId="478"/>
          <ac:picMkLst>
            <pc:docMk/>
            <pc:sldMk cId="2309645433" sldId="281"/>
            <ac:picMk id="5" creationId="{7CA51B53-73C4-97EA-8793-3FE432B23BCF}"/>
          </ac:picMkLst>
        </pc:picChg>
      </pc:sldChg>
      <pc:sldChg chg="addSp delSp modSp add mod setBg delDesignElem">
        <pc:chgData name="Peter James" userId="42ed6fb6-03df-44fa-ad94-6bcf829c2de6" providerId="ADAL" clId="{E89D7401-C4D1-4C89-BDDC-E4348750662D}" dt="2023-01-12T16:37:00.464" v="3364" actId="26606"/>
        <pc:sldMkLst>
          <pc:docMk/>
          <pc:sldMk cId="531027773" sldId="282"/>
        </pc:sldMkLst>
        <pc:spChg chg="mod">
          <ac:chgData name="Peter James" userId="42ed6fb6-03df-44fa-ad94-6bcf829c2de6" providerId="ADAL" clId="{E89D7401-C4D1-4C89-BDDC-E4348750662D}" dt="2023-01-12T16:37:00.464" v="3364" actId="26606"/>
          <ac:spMkLst>
            <pc:docMk/>
            <pc:sldMk cId="531027773" sldId="282"/>
            <ac:spMk id="2" creationId="{18EDCBF3-D160-146A-0849-C81B6A283E09}"/>
          </ac:spMkLst>
        </pc:spChg>
        <pc:spChg chg="del mod">
          <ac:chgData name="Peter James" userId="42ed6fb6-03df-44fa-ad94-6bcf829c2de6" providerId="ADAL" clId="{E89D7401-C4D1-4C89-BDDC-E4348750662D}" dt="2023-01-12T16:35:11.544" v="3330" actId="26606"/>
          <ac:spMkLst>
            <pc:docMk/>
            <pc:sldMk cId="531027773" sldId="282"/>
            <ac:spMk id="3" creationId="{886C7002-798D-02F1-57B2-5DC3E57D1E1F}"/>
          </ac:spMkLst>
        </pc:spChg>
        <pc:spChg chg="add del">
          <ac:chgData name="Peter James" userId="42ed6fb6-03df-44fa-ad94-6bcf829c2de6" providerId="ADAL" clId="{E89D7401-C4D1-4C89-BDDC-E4348750662D}" dt="2023-01-12T16:37:00.464" v="3364" actId="26606"/>
          <ac:spMkLst>
            <pc:docMk/>
            <pc:sldMk cId="531027773" sldId="282"/>
            <ac:spMk id="5" creationId="{2AEFFFF2-9EB4-4B6C-B9F8-2BA3EF89A21C}"/>
          </ac:spMkLst>
        </pc:spChg>
        <pc:spChg chg="add del">
          <ac:chgData name="Peter James" userId="42ed6fb6-03df-44fa-ad94-6bcf829c2de6" providerId="ADAL" clId="{E89D7401-C4D1-4C89-BDDC-E4348750662D}" dt="2023-01-12T16:37:00.464" v="3364" actId="26606"/>
          <ac:spMkLst>
            <pc:docMk/>
            <pc:sldMk cId="531027773" sldId="282"/>
            <ac:spMk id="6" creationId="{0D65299F-028F-4AFC-B46A-8DB33E20FE4A}"/>
          </ac:spMkLst>
        </pc:spChg>
        <pc:spChg chg="add del">
          <ac:chgData name="Peter James" userId="42ed6fb6-03df-44fa-ad94-6bcf829c2de6" providerId="ADAL" clId="{E89D7401-C4D1-4C89-BDDC-E4348750662D}" dt="2023-01-12T16:37:00.464" v="3364" actId="26606"/>
          <ac:spMkLst>
            <pc:docMk/>
            <pc:sldMk cId="531027773" sldId="282"/>
            <ac:spMk id="7" creationId="{BAC87F6E-526A-49B5-995D-42DB656594C9}"/>
          </ac:spMkLst>
        </pc:spChg>
        <pc:spChg chg="del">
          <ac:chgData name="Peter James" userId="42ed6fb6-03df-44fa-ad94-6bcf829c2de6" providerId="ADAL" clId="{E89D7401-C4D1-4C89-BDDC-E4348750662D}" dt="2023-01-12T16:34:10.195" v="3311"/>
          <ac:spMkLst>
            <pc:docMk/>
            <pc:sldMk cId="531027773" sldId="282"/>
            <ac:spMk id="8" creationId="{2AEFFFF2-9EB4-4B6C-B9F8-2BA3EF89A21C}"/>
          </ac:spMkLst>
        </pc:spChg>
        <pc:spChg chg="del">
          <ac:chgData name="Peter James" userId="42ed6fb6-03df-44fa-ad94-6bcf829c2de6" providerId="ADAL" clId="{E89D7401-C4D1-4C89-BDDC-E4348750662D}" dt="2023-01-12T16:34:10.195" v="3311"/>
          <ac:spMkLst>
            <pc:docMk/>
            <pc:sldMk cId="531027773" sldId="282"/>
            <ac:spMk id="10" creationId="{0D65299F-028F-4AFC-B46A-8DB33E20FE4A}"/>
          </ac:spMkLst>
        </pc:spChg>
        <pc:spChg chg="del">
          <ac:chgData name="Peter James" userId="42ed6fb6-03df-44fa-ad94-6bcf829c2de6" providerId="ADAL" clId="{E89D7401-C4D1-4C89-BDDC-E4348750662D}" dt="2023-01-12T16:34:10.195" v="3311"/>
          <ac:spMkLst>
            <pc:docMk/>
            <pc:sldMk cId="531027773" sldId="282"/>
            <ac:spMk id="12" creationId="{BAC87F6E-526A-49B5-995D-42DB656594C9}"/>
          </ac:spMkLst>
        </pc:spChg>
        <pc:spChg chg="add">
          <ac:chgData name="Peter James" userId="42ed6fb6-03df-44fa-ad94-6bcf829c2de6" providerId="ADAL" clId="{E89D7401-C4D1-4C89-BDDC-E4348750662D}" dt="2023-01-12T16:37:00.464" v="3364" actId="26606"/>
          <ac:spMkLst>
            <pc:docMk/>
            <pc:sldMk cId="531027773" sldId="282"/>
            <ac:spMk id="14" creationId="{0AF33C27-9C85-4B30-9AD7-879D48AFE4FF}"/>
          </ac:spMkLst>
        </pc:spChg>
        <pc:spChg chg="add">
          <ac:chgData name="Peter James" userId="42ed6fb6-03df-44fa-ad94-6bcf829c2de6" providerId="ADAL" clId="{E89D7401-C4D1-4C89-BDDC-E4348750662D}" dt="2023-01-12T16:37:00.464" v="3364" actId="26606"/>
          <ac:spMkLst>
            <pc:docMk/>
            <pc:sldMk cId="531027773" sldId="282"/>
            <ac:spMk id="16" creationId="{6D5089DD-882D-4413-B8BF-4798BFD84A98}"/>
          </ac:spMkLst>
        </pc:spChg>
        <pc:graphicFrameChg chg="add mod modGraphic">
          <ac:chgData name="Peter James" userId="42ed6fb6-03df-44fa-ad94-6bcf829c2de6" providerId="ADAL" clId="{E89D7401-C4D1-4C89-BDDC-E4348750662D}" dt="2023-01-12T16:37:00.464" v="3364" actId="26606"/>
          <ac:graphicFrameMkLst>
            <pc:docMk/>
            <pc:sldMk cId="531027773" sldId="282"/>
            <ac:graphicFrameMk id="9" creationId="{2B66547D-806F-9F68-FB9A-46C1FA0AF1F1}"/>
          </ac:graphicFrameMkLst>
        </pc:graphicFrameChg>
      </pc:sldChg>
      <pc:sldChg chg="addSp delSp modSp add del mod setBg">
        <pc:chgData name="Peter James" userId="42ed6fb6-03df-44fa-ad94-6bcf829c2de6" providerId="ADAL" clId="{E89D7401-C4D1-4C89-BDDC-E4348750662D}" dt="2023-01-12T16:34:05.583" v="3308" actId="2696"/>
        <pc:sldMkLst>
          <pc:docMk/>
          <pc:sldMk cId="2052452322" sldId="282"/>
        </pc:sldMkLst>
        <pc:spChg chg="mod">
          <ac:chgData name="Peter James" userId="42ed6fb6-03df-44fa-ad94-6bcf829c2de6" providerId="ADAL" clId="{E89D7401-C4D1-4C89-BDDC-E4348750662D}" dt="2023-01-11T09:32:00.464" v="2535" actId="26606"/>
          <ac:spMkLst>
            <pc:docMk/>
            <pc:sldMk cId="2052452322" sldId="282"/>
            <ac:spMk id="2" creationId="{18EDCBF3-D160-146A-0849-C81B6A283E09}"/>
          </ac:spMkLst>
        </pc:spChg>
        <pc:spChg chg="mod">
          <ac:chgData name="Peter James" userId="42ed6fb6-03df-44fa-ad94-6bcf829c2de6" providerId="ADAL" clId="{E89D7401-C4D1-4C89-BDDC-E4348750662D}" dt="2023-01-12T16:29:15.394" v="3242" actId="20577"/>
          <ac:spMkLst>
            <pc:docMk/>
            <pc:sldMk cId="2052452322" sldId="282"/>
            <ac:spMk id="3" creationId="{886C7002-798D-02F1-57B2-5DC3E57D1E1F}"/>
          </ac:spMkLst>
        </pc:spChg>
        <pc:spChg chg="add">
          <ac:chgData name="Peter James" userId="42ed6fb6-03df-44fa-ad94-6bcf829c2de6" providerId="ADAL" clId="{E89D7401-C4D1-4C89-BDDC-E4348750662D}" dt="2023-01-11T09:32:00.464" v="2535" actId="26606"/>
          <ac:spMkLst>
            <pc:docMk/>
            <pc:sldMk cId="2052452322" sldId="282"/>
            <ac:spMk id="8" creationId="{2AEFFFF2-9EB4-4B6C-B9F8-2BA3EF89A21C}"/>
          </ac:spMkLst>
        </pc:spChg>
        <pc:spChg chg="add">
          <ac:chgData name="Peter James" userId="42ed6fb6-03df-44fa-ad94-6bcf829c2de6" providerId="ADAL" clId="{E89D7401-C4D1-4C89-BDDC-E4348750662D}" dt="2023-01-11T09:32:00.464" v="2535" actId="26606"/>
          <ac:spMkLst>
            <pc:docMk/>
            <pc:sldMk cId="2052452322" sldId="282"/>
            <ac:spMk id="10" creationId="{0D65299F-028F-4AFC-B46A-8DB33E20FE4A}"/>
          </ac:spMkLst>
        </pc:spChg>
        <pc:spChg chg="add">
          <ac:chgData name="Peter James" userId="42ed6fb6-03df-44fa-ad94-6bcf829c2de6" providerId="ADAL" clId="{E89D7401-C4D1-4C89-BDDC-E4348750662D}" dt="2023-01-11T09:32:00.464" v="2535" actId="26606"/>
          <ac:spMkLst>
            <pc:docMk/>
            <pc:sldMk cId="2052452322" sldId="282"/>
            <ac:spMk id="12" creationId="{BAC87F6E-526A-49B5-995D-42DB656594C9}"/>
          </ac:spMkLst>
        </pc:spChg>
        <pc:picChg chg="del">
          <ac:chgData name="Peter James" userId="42ed6fb6-03df-44fa-ad94-6bcf829c2de6" providerId="ADAL" clId="{E89D7401-C4D1-4C89-BDDC-E4348750662D}" dt="2023-01-03T12:57:56.263" v="1286" actId="478"/>
          <ac:picMkLst>
            <pc:docMk/>
            <pc:sldMk cId="2052452322" sldId="282"/>
            <ac:picMk id="5" creationId="{7CA51B53-73C4-97EA-8793-3FE432B23BCF}"/>
          </ac:picMkLst>
        </pc:picChg>
      </pc:sldChg>
      <pc:sldChg chg="delSp modSp add del mod">
        <pc:chgData name="Peter James" userId="42ed6fb6-03df-44fa-ad94-6bcf829c2de6" providerId="ADAL" clId="{E89D7401-C4D1-4C89-BDDC-E4348750662D}" dt="2023-01-12T16:26:18.504" v="3101" actId="47"/>
        <pc:sldMkLst>
          <pc:docMk/>
          <pc:sldMk cId="2444861747" sldId="283"/>
        </pc:sldMkLst>
        <pc:spChg chg="mod">
          <ac:chgData name="Peter James" userId="42ed6fb6-03df-44fa-ad94-6bcf829c2de6" providerId="ADAL" clId="{E89D7401-C4D1-4C89-BDDC-E4348750662D}" dt="2022-12-22T15:26:28.399" v="1284" actId="20577"/>
          <ac:spMkLst>
            <pc:docMk/>
            <pc:sldMk cId="2444861747" sldId="283"/>
            <ac:spMk id="2" creationId="{18EDCBF3-D160-146A-0849-C81B6A283E09}"/>
          </ac:spMkLst>
        </pc:spChg>
        <pc:spChg chg="mod">
          <ac:chgData name="Peter James" userId="42ed6fb6-03df-44fa-ad94-6bcf829c2de6" providerId="ADAL" clId="{E89D7401-C4D1-4C89-BDDC-E4348750662D}" dt="2023-01-12T16:25:42.432" v="3088" actId="21"/>
          <ac:spMkLst>
            <pc:docMk/>
            <pc:sldMk cId="2444861747" sldId="283"/>
            <ac:spMk id="3" creationId="{886C7002-798D-02F1-57B2-5DC3E57D1E1F}"/>
          </ac:spMkLst>
        </pc:spChg>
        <pc:picChg chg="del">
          <ac:chgData name="Peter James" userId="42ed6fb6-03df-44fa-ad94-6bcf829c2de6" providerId="ADAL" clId="{E89D7401-C4D1-4C89-BDDC-E4348750662D}" dt="2023-01-12T16:25:18.755" v="3080" actId="21"/>
          <ac:picMkLst>
            <pc:docMk/>
            <pc:sldMk cId="2444861747" sldId="283"/>
            <ac:picMk id="5" creationId="{7CA51B53-73C4-97EA-8793-3FE432B23BCF}"/>
          </ac:picMkLst>
        </pc:picChg>
      </pc:sldChg>
      <pc:sldChg chg="addSp delSp modSp add del mod">
        <pc:chgData name="Peter James" userId="42ed6fb6-03df-44fa-ad94-6bcf829c2de6" providerId="ADAL" clId="{E89D7401-C4D1-4C89-BDDC-E4348750662D}" dt="2023-01-12T16:25:09.953" v="3078" actId="47"/>
        <pc:sldMkLst>
          <pc:docMk/>
          <pc:sldMk cId="1119675355" sldId="284"/>
        </pc:sldMkLst>
        <pc:spChg chg="mod">
          <ac:chgData name="Peter James" userId="42ed6fb6-03df-44fa-ad94-6bcf829c2de6" providerId="ADAL" clId="{E89D7401-C4D1-4C89-BDDC-E4348750662D}" dt="2022-12-22T13:03:59.578" v="1206" actId="6549"/>
          <ac:spMkLst>
            <pc:docMk/>
            <pc:sldMk cId="1119675355" sldId="284"/>
            <ac:spMk id="2" creationId="{18EDCBF3-D160-146A-0849-C81B6A283E09}"/>
          </ac:spMkLst>
        </pc:spChg>
        <pc:spChg chg="mod">
          <ac:chgData name="Peter James" userId="42ed6fb6-03df-44fa-ad94-6bcf829c2de6" providerId="ADAL" clId="{E89D7401-C4D1-4C89-BDDC-E4348750662D}" dt="2023-01-12T16:24:40.590" v="3065" actId="27636"/>
          <ac:spMkLst>
            <pc:docMk/>
            <pc:sldMk cId="1119675355" sldId="284"/>
            <ac:spMk id="3" creationId="{886C7002-798D-02F1-57B2-5DC3E57D1E1F}"/>
          </ac:spMkLst>
        </pc:spChg>
        <pc:spChg chg="add del mod">
          <ac:chgData name="Peter James" userId="42ed6fb6-03df-44fa-ad94-6bcf829c2de6" providerId="ADAL" clId="{E89D7401-C4D1-4C89-BDDC-E4348750662D}" dt="2023-01-12T16:24:32.996" v="3062"/>
          <ac:spMkLst>
            <pc:docMk/>
            <pc:sldMk cId="1119675355" sldId="284"/>
            <ac:spMk id="4" creationId="{835610E4-24BA-794B-13CC-E7AD96313B36}"/>
          </ac:spMkLst>
        </pc:spChg>
        <pc:spChg chg="add del mod">
          <ac:chgData name="Peter James" userId="42ed6fb6-03df-44fa-ad94-6bcf829c2de6" providerId="ADAL" clId="{E89D7401-C4D1-4C89-BDDC-E4348750662D}" dt="2022-12-22T11:50:53.209" v="1187"/>
          <ac:spMkLst>
            <pc:docMk/>
            <pc:sldMk cId="1119675355" sldId="284"/>
            <ac:spMk id="5" creationId="{88DCDF64-D001-C8F1-A339-1696AABDEB15}"/>
          </ac:spMkLst>
        </pc:spChg>
      </pc:sldChg>
      <pc:sldChg chg="delSp modSp add del mod">
        <pc:chgData name="Peter James" userId="42ed6fb6-03df-44fa-ad94-6bcf829c2de6" providerId="ADAL" clId="{E89D7401-C4D1-4C89-BDDC-E4348750662D}" dt="2023-01-12T16:24:22.572" v="3058" actId="47"/>
        <pc:sldMkLst>
          <pc:docMk/>
          <pc:sldMk cId="3526393422" sldId="285"/>
        </pc:sldMkLst>
        <pc:spChg chg="mod">
          <ac:chgData name="Peter James" userId="42ed6fb6-03df-44fa-ad94-6bcf829c2de6" providerId="ADAL" clId="{E89D7401-C4D1-4C89-BDDC-E4348750662D}" dt="2022-12-22T13:03:54.393" v="1205" actId="20577"/>
          <ac:spMkLst>
            <pc:docMk/>
            <pc:sldMk cId="3526393422" sldId="285"/>
            <ac:spMk id="2" creationId="{18EDCBF3-D160-146A-0849-C81B6A283E09}"/>
          </ac:spMkLst>
        </pc:spChg>
        <pc:spChg chg="mod">
          <ac:chgData name="Peter James" userId="42ed6fb6-03df-44fa-ad94-6bcf829c2de6" providerId="ADAL" clId="{E89D7401-C4D1-4C89-BDDC-E4348750662D}" dt="2023-01-12T16:22:41.414" v="2989" actId="21"/>
          <ac:spMkLst>
            <pc:docMk/>
            <pc:sldMk cId="3526393422" sldId="285"/>
            <ac:spMk id="3" creationId="{886C7002-798D-02F1-57B2-5DC3E57D1E1F}"/>
          </ac:spMkLst>
        </pc:spChg>
        <pc:spChg chg="del mod">
          <ac:chgData name="Peter James" userId="42ed6fb6-03df-44fa-ad94-6bcf829c2de6" providerId="ADAL" clId="{E89D7401-C4D1-4C89-BDDC-E4348750662D}" dt="2023-01-12T16:22:34.329" v="2987"/>
          <ac:spMkLst>
            <pc:docMk/>
            <pc:sldMk cId="3526393422" sldId="285"/>
            <ac:spMk id="4" creationId="{835610E4-24BA-794B-13CC-E7AD96313B36}"/>
          </ac:spMkLst>
        </pc:spChg>
      </pc:sldChg>
      <pc:sldChg chg="delSp modSp add del mod">
        <pc:chgData name="Peter James" userId="42ed6fb6-03df-44fa-ad94-6bcf829c2de6" providerId="ADAL" clId="{E89D7401-C4D1-4C89-BDDC-E4348750662D}" dt="2023-01-12T16:22:24.459" v="2983" actId="47"/>
        <pc:sldMkLst>
          <pc:docMk/>
          <pc:sldMk cId="2400163808" sldId="286"/>
        </pc:sldMkLst>
        <pc:spChg chg="mod">
          <ac:chgData name="Peter James" userId="42ed6fb6-03df-44fa-ad94-6bcf829c2de6" providerId="ADAL" clId="{E89D7401-C4D1-4C89-BDDC-E4348750662D}" dt="2022-12-22T13:03:48.772" v="1204" actId="6549"/>
          <ac:spMkLst>
            <pc:docMk/>
            <pc:sldMk cId="2400163808" sldId="286"/>
            <ac:spMk id="2" creationId="{18EDCBF3-D160-146A-0849-C81B6A283E09}"/>
          </ac:spMkLst>
        </pc:spChg>
        <pc:spChg chg="mod">
          <ac:chgData name="Peter James" userId="42ed6fb6-03df-44fa-ad94-6bcf829c2de6" providerId="ADAL" clId="{E89D7401-C4D1-4C89-BDDC-E4348750662D}" dt="2023-01-12T16:21:59.203" v="2969" actId="21"/>
          <ac:spMkLst>
            <pc:docMk/>
            <pc:sldMk cId="2400163808" sldId="286"/>
            <ac:spMk id="3" creationId="{886C7002-798D-02F1-57B2-5DC3E57D1E1F}"/>
          </ac:spMkLst>
        </pc:spChg>
        <pc:spChg chg="del mod">
          <ac:chgData name="Peter James" userId="42ed6fb6-03df-44fa-ad94-6bcf829c2de6" providerId="ADAL" clId="{E89D7401-C4D1-4C89-BDDC-E4348750662D}" dt="2023-01-12T16:21:53.667" v="2966"/>
          <ac:spMkLst>
            <pc:docMk/>
            <pc:sldMk cId="2400163808" sldId="286"/>
            <ac:spMk id="4" creationId="{835610E4-24BA-794B-13CC-E7AD96313B36}"/>
          </ac:spMkLst>
        </pc:spChg>
      </pc:sldChg>
      <pc:sldChg chg="delSp modSp add del mod">
        <pc:chgData name="Peter James" userId="42ed6fb6-03df-44fa-ad94-6bcf829c2de6" providerId="ADAL" clId="{E89D7401-C4D1-4C89-BDDC-E4348750662D}" dt="2023-01-12T16:21:26.585" v="2962" actId="47"/>
        <pc:sldMkLst>
          <pc:docMk/>
          <pc:sldMk cId="4065401877" sldId="287"/>
        </pc:sldMkLst>
        <pc:spChg chg="mod">
          <ac:chgData name="Peter James" userId="42ed6fb6-03df-44fa-ad94-6bcf829c2de6" providerId="ADAL" clId="{E89D7401-C4D1-4C89-BDDC-E4348750662D}" dt="2022-12-22T13:03:43.912" v="1203" actId="6549"/>
          <ac:spMkLst>
            <pc:docMk/>
            <pc:sldMk cId="4065401877" sldId="287"/>
            <ac:spMk id="2" creationId="{18EDCBF3-D160-146A-0849-C81B6A283E09}"/>
          </ac:spMkLst>
        </pc:spChg>
        <pc:spChg chg="mod">
          <ac:chgData name="Peter James" userId="42ed6fb6-03df-44fa-ad94-6bcf829c2de6" providerId="ADAL" clId="{E89D7401-C4D1-4C89-BDDC-E4348750662D}" dt="2023-01-12T16:21:08.036" v="2950" actId="21"/>
          <ac:spMkLst>
            <pc:docMk/>
            <pc:sldMk cId="4065401877" sldId="287"/>
            <ac:spMk id="3" creationId="{886C7002-798D-02F1-57B2-5DC3E57D1E1F}"/>
          </ac:spMkLst>
        </pc:spChg>
        <pc:spChg chg="del mod">
          <ac:chgData name="Peter James" userId="42ed6fb6-03df-44fa-ad94-6bcf829c2de6" providerId="ADAL" clId="{E89D7401-C4D1-4C89-BDDC-E4348750662D}" dt="2023-01-12T16:20:55.032" v="2947"/>
          <ac:spMkLst>
            <pc:docMk/>
            <pc:sldMk cId="4065401877" sldId="287"/>
            <ac:spMk id="4" creationId="{835610E4-24BA-794B-13CC-E7AD96313B36}"/>
          </ac:spMkLst>
        </pc:spChg>
      </pc:sldChg>
      <pc:sldChg chg="addSp delSp modSp add del mod setBg setClrOvrMap">
        <pc:chgData name="Peter James" userId="42ed6fb6-03df-44fa-ad94-6bcf829c2de6" providerId="ADAL" clId="{E89D7401-C4D1-4C89-BDDC-E4348750662D}" dt="2022-12-22T15:25:05.673" v="1263" actId="47"/>
        <pc:sldMkLst>
          <pc:docMk/>
          <pc:sldMk cId="350389729" sldId="288"/>
        </pc:sldMkLst>
        <pc:spChg chg="mod">
          <ac:chgData name="Peter James" userId="42ed6fb6-03df-44fa-ad94-6bcf829c2de6" providerId="ADAL" clId="{E89D7401-C4D1-4C89-BDDC-E4348750662D}" dt="2022-12-22T11:51:43.869" v="1192" actId="26606"/>
          <ac:spMkLst>
            <pc:docMk/>
            <pc:sldMk cId="350389729" sldId="288"/>
            <ac:spMk id="2" creationId="{18EDCBF3-D160-146A-0849-C81B6A283E09}"/>
          </ac:spMkLst>
        </pc:spChg>
        <pc:spChg chg="mod">
          <ac:chgData name="Peter James" userId="42ed6fb6-03df-44fa-ad94-6bcf829c2de6" providerId="ADAL" clId="{E89D7401-C4D1-4C89-BDDC-E4348750662D}" dt="2022-12-22T15:12:08.223" v="1230" actId="21"/>
          <ac:spMkLst>
            <pc:docMk/>
            <pc:sldMk cId="350389729" sldId="288"/>
            <ac:spMk id="3" creationId="{886C7002-798D-02F1-57B2-5DC3E57D1E1F}"/>
          </ac:spMkLst>
        </pc:spChg>
        <pc:spChg chg="add del mod">
          <ac:chgData name="Peter James" userId="42ed6fb6-03df-44fa-ad94-6bcf829c2de6" providerId="ADAL" clId="{E89D7401-C4D1-4C89-BDDC-E4348750662D}" dt="2022-12-22T11:51:42.272" v="1191"/>
          <ac:spMkLst>
            <pc:docMk/>
            <pc:sldMk cId="350389729" sldId="288"/>
            <ac:spMk id="4" creationId="{6FF3F1DB-EF3F-02EF-5521-56BF2E88BDC4}"/>
          </ac:spMkLst>
        </pc:spChg>
        <pc:spChg chg="add del">
          <ac:chgData name="Peter James" userId="42ed6fb6-03df-44fa-ad94-6bcf829c2de6" providerId="ADAL" clId="{E89D7401-C4D1-4C89-BDDC-E4348750662D}" dt="2022-12-22T11:51:43.869" v="1192" actId="26606"/>
          <ac:spMkLst>
            <pc:docMk/>
            <pc:sldMk cId="350389729" sldId="288"/>
            <ac:spMk id="5" creationId="{FB403EBD-907E-4D59-98D4-A72CD1063C62}"/>
          </ac:spMkLst>
        </pc:spChg>
        <pc:spChg chg="add del">
          <ac:chgData name="Peter James" userId="42ed6fb6-03df-44fa-ad94-6bcf829c2de6" providerId="ADAL" clId="{E89D7401-C4D1-4C89-BDDC-E4348750662D}" dt="2022-12-22T11:50:54.288" v="1188" actId="26606"/>
          <ac:spMkLst>
            <pc:docMk/>
            <pc:sldMk cId="350389729" sldId="288"/>
            <ac:spMk id="8" creationId="{FB403EBD-907E-4D59-98D4-A72CD1063C62}"/>
          </ac:spMkLst>
        </pc:spChg>
      </pc:sldChg>
      <pc:sldChg chg="addSp delSp modSp add mod setBg">
        <pc:chgData name="Peter James" userId="42ed6fb6-03df-44fa-ad94-6bcf829c2de6" providerId="ADAL" clId="{E89D7401-C4D1-4C89-BDDC-E4348750662D}" dt="2023-01-12T16:14:11.023" v="2901" actId="404"/>
        <pc:sldMkLst>
          <pc:docMk/>
          <pc:sldMk cId="1062651235" sldId="289"/>
        </pc:sldMkLst>
        <pc:spChg chg="mod ord">
          <ac:chgData name="Peter James" userId="42ed6fb6-03df-44fa-ad94-6bcf829c2de6" providerId="ADAL" clId="{E89D7401-C4D1-4C89-BDDC-E4348750662D}" dt="2023-01-12T16:14:11.023" v="2901" actId="404"/>
          <ac:spMkLst>
            <pc:docMk/>
            <pc:sldMk cId="1062651235" sldId="289"/>
            <ac:spMk id="2" creationId="{18EDCBF3-D160-146A-0849-C81B6A283E09}"/>
          </ac:spMkLst>
        </pc:spChg>
        <pc:spChg chg="del mod">
          <ac:chgData name="Peter James" userId="42ed6fb6-03df-44fa-ad94-6bcf829c2de6" providerId="ADAL" clId="{E89D7401-C4D1-4C89-BDDC-E4348750662D}" dt="2023-01-12T16:11:37.826" v="2849" actId="478"/>
          <ac:spMkLst>
            <pc:docMk/>
            <pc:sldMk cId="1062651235" sldId="289"/>
            <ac:spMk id="3" creationId="{886C7002-798D-02F1-57B2-5DC3E57D1E1F}"/>
          </ac:spMkLst>
        </pc:spChg>
        <pc:spChg chg="mod">
          <ac:chgData name="Peter James" userId="42ed6fb6-03df-44fa-ad94-6bcf829c2de6" providerId="ADAL" clId="{E89D7401-C4D1-4C89-BDDC-E4348750662D}" dt="2023-01-12T16:13:26.352" v="2882"/>
          <ac:spMkLst>
            <pc:docMk/>
            <pc:sldMk cId="1062651235" sldId="289"/>
            <ac:spMk id="4" creationId="{835610E4-24BA-794B-13CC-E7AD96313B36}"/>
          </ac:spMkLst>
        </pc:spChg>
        <pc:spChg chg="add del">
          <ac:chgData name="Peter James" userId="42ed6fb6-03df-44fa-ad94-6bcf829c2de6" providerId="ADAL" clId="{E89D7401-C4D1-4C89-BDDC-E4348750662D}" dt="2023-01-12T16:12:04.110" v="2852" actId="26606"/>
          <ac:spMkLst>
            <pc:docMk/>
            <pc:sldMk cId="1062651235" sldId="289"/>
            <ac:spMk id="10" creationId="{419501C6-F015-4273-AF88-E0F6C853899F}"/>
          </ac:spMkLst>
        </pc:spChg>
        <pc:spChg chg="add del">
          <ac:chgData name="Peter James" userId="42ed6fb6-03df-44fa-ad94-6bcf829c2de6" providerId="ADAL" clId="{E89D7401-C4D1-4C89-BDDC-E4348750662D}" dt="2023-01-12T16:12:04.110" v="2852" actId="26606"/>
          <ac:spMkLst>
            <pc:docMk/>
            <pc:sldMk cId="1062651235" sldId="289"/>
            <ac:spMk id="12" creationId="{CA677DB7-5829-45BD-9754-5EC484CC4253}"/>
          </ac:spMkLst>
        </pc:spChg>
        <pc:spChg chg="add del">
          <ac:chgData name="Peter James" userId="42ed6fb6-03df-44fa-ad94-6bcf829c2de6" providerId="ADAL" clId="{E89D7401-C4D1-4C89-BDDC-E4348750662D}" dt="2023-01-12T16:12:04.101" v="2851" actId="26606"/>
          <ac:spMkLst>
            <pc:docMk/>
            <pc:sldMk cId="1062651235" sldId="289"/>
            <ac:spMk id="17" creationId="{6AD85578-1E4B-4014-9D52-E76894750300}"/>
          </ac:spMkLst>
        </pc:spChg>
        <pc:spChg chg="add del">
          <ac:chgData name="Peter James" userId="42ed6fb6-03df-44fa-ad94-6bcf829c2de6" providerId="ADAL" clId="{E89D7401-C4D1-4C89-BDDC-E4348750662D}" dt="2023-01-12T16:12:04.101" v="2851" actId="26606"/>
          <ac:spMkLst>
            <pc:docMk/>
            <pc:sldMk cId="1062651235" sldId="289"/>
            <ac:spMk id="19" creationId="{48550B3F-9390-4CA1-B3C8-91529289DCED}"/>
          </ac:spMkLst>
        </pc:spChg>
        <pc:spChg chg="add">
          <ac:chgData name="Peter James" userId="42ed6fb6-03df-44fa-ad94-6bcf829c2de6" providerId="ADAL" clId="{E89D7401-C4D1-4C89-BDDC-E4348750662D}" dt="2023-01-12T16:12:04.110" v="2852" actId="26606"/>
          <ac:spMkLst>
            <pc:docMk/>
            <pc:sldMk cId="1062651235" sldId="289"/>
            <ac:spMk id="21" creationId="{BAC87F6E-526A-49B5-995D-42DB656594C9}"/>
          </ac:spMkLst>
        </pc:spChg>
        <pc:spChg chg="add">
          <ac:chgData name="Peter James" userId="42ed6fb6-03df-44fa-ad94-6bcf829c2de6" providerId="ADAL" clId="{E89D7401-C4D1-4C89-BDDC-E4348750662D}" dt="2023-01-12T16:12:04.110" v="2852" actId="26606"/>
          <ac:spMkLst>
            <pc:docMk/>
            <pc:sldMk cId="1062651235" sldId="289"/>
            <ac:spMk id="22" creationId="{23530FE0-C542-45A1-BCD8-935787009C64}"/>
          </ac:spMkLst>
        </pc:spChg>
        <pc:spChg chg="add">
          <ac:chgData name="Peter James" userId="42ed6fb6-03df-44fa-ad94-6bcf829c2de6" providerId="ADAL" clId="{E89D7401-C4D1-4C89-BDDC-E4348750662D}" dt="2023-01-12T16:12:04.110" v="2852" actId="26606"/>
          <ac:spMkLst>
            <pc:docMk/>
            <pc:sldMk cId="1062651235" sldId="289"/>
            <ac:spMk id="23" creationId="{F2A658D9-F185-44F1-BA33-D50320D1D078}"/>
          </ac:spMkLst>
        </pc:spChg>
      </pc:sldChg>
      <pc:sldChg chg="delSp modSp add del mod">
        <pc:chgData name="Peter James" userId="42ed6fb6-03df-44fa-ad94-6bcf829c2de6" providerId="ADAL" clId="{E89D7401-C4D1-4C89-BDDC-E4348750662D}" dt="2023-01-12T16:15:31.291" v="2943" actId="47"/>
        <pc:sldMkLst>
          <pc:docMk/>
          <pc:sldMk cId="1463646569" sldId="290"/>
        </pc:sldMkLst>
        <pc:spChg chg="mod">
          <ac:chgData name="Peter James" userId="42ed6fb6-03df-44fa-ad94-6bcf829c2de6" providerId="ADAL" clId="{E89D7401-C4D1-4C89-BDDC-E4348750662D}" dt="2022-12-22T15:26:00.747" v="1282" actId="6549"/>
          <ac:spMkLst>
            <pc:docMk/>
            <pc:sldMk cId="1463646569" sldId="290"/>
            <ac:spMk id="3" creationId="{886C7002-798D-02F1-57B2-5DC3E57D1E1F}"/>
          </ac:spMkLst>
        </pc:spChg>
        <pc:spChg chg="del mod">
          <ac:chgData name="Peter James" userId="42ed6fb6-03df-44fa-ad94-6bcf829c2de6" providerId="ADAL" clId="{E89D7401-C4D1-4C89-BDDC-E4348750662D}" dt="2023-01-12T16:14:52.634" v="2924"/>
          <ac:spMkLst>
            <pc:docMk/>
            <pc:sldMk cId="1463646569" sldId="290"/>
            <ac:spMk id="4" creationId="{835610E4-24BA-794B-13CC-E7AD96313B36}"/>
          </ac:spMkLst>
        </pc:spChg>
      </pc:sldChg>
      <pc:sldChg chg="modSp new del mod">
        <pc:chgData name="Peter James" userId="42ed6fb6-03df-44fa-ad94-6bcf829c2de6" providerId="ADAL" clId="{E89D7401-C4D1-4C89-BDDC-E4348750662D}" dt="2023-01-12T16:31:49.748" v="3272" actId="47"/>
        <pc:sldMkLst>
          <pc:docMk/>
          <pc:sldMk cId="93717332" sldId="291"/>
        </pc:sldMkLst>
        <pc:spChg chg="mod">
          <ac:chgData name="Peter James" userId="42ed6fb6-03df-44fa-ad94-6bcf829c2de6" providerId="ADAL" clId="{E89D7401-C4D1-4C89-BDDC-E4348750662D}" dt="2023-01-03T13:00:44.622" v="1299" actId="20577"/>
          <ac:spMkLst>
            <pc:docMk/>
            <pc:sldMk cId="93717332" sldId="291"/>
            <ac:spMk id="2" creationId="{BC47B361-F260-A270-8DE5-9ADC3A540CA1}"/>
          </ac:spMkLst>
        </pc:spChg>
        <pc:spChg chg="mod">
          <ac:chgData name="Peter James" userId="42ed6fb6-03df-44fa-ad94-6bcf829c2de6" providerId="ADAL" clId="{E89D7401-C4D1-4C89-BDDC-E4348750662D}" dt="2023-01-12T12:27:31.080" v="2548" actId="21"/>
          <ac:spMkLst>
            <pc:docMk/>
            <pc:sldMk cId="93717332" sldId="291"/>
            <ac:spMk id="3" creationId="{B29C65AA-27D5-8FE5-1C99-608878BD20C0}"/>
          </ac:spMkLst>
        </pc:spChg>
      </pc:sldChg>
      <pc:sldChg chg="modSp add del mod">
        <pc:chgData name="Peter James" userId="42ed6fb6-03df-44fa-ad94-6bcf829c2de6" providerId="ADAL" clId="{E89D7401-C4D1-4C89-BDDC-E4348750662D}" dt="2023-01-12T16:01:01.187" v="2768" actId="47"/>
        <pc:sldMkLst>
          <pc:docMk/>
          <pc:sldMk cId="2109400243" sldId="292"/>
        </pc:sldMkLst>
        <pc:spChg chg="mod">
          <ac:chgData name="Peter James" userId="42ed6fb6-03df-44fa-ad94-6bcf829c2de6" providerId="ADAL" clId="{E89D7401-C4D1-4C89-BDDC-E4348750662D}" dt="2023-01-03T13:03:01.971" v="1308" actId="5793"/>
          <ac:spMkLst>
            <pc:docMk/>
            <pc:sldMk cId="2109400243" sldId="292"/>
            <ac:spMk id="3" creationId="{886C7002-798D-02F1-57B2-5DC3E57D1E1F}"/>
          </ac:spMkLst>
        </pc:spChg>
      </pc:sldChg>
      <pc:sldChg chg="addSp delSp modSp new del mod setBg">
        <pc:chgData name="Peter James" userId="42ed6fb6-03df-44fa-ad94-6bcf829c2de6" providerId="ADAL" clId="{E89D7401-C4D1-4C89-BDDC-E4348750662D}" dt="2023-01-12T16:07:13.887" v="2790" actId="47"/>
        <pc:sldMkLst>
          <pc:docMk/>
          <pc:sldMk cId="2315811344" sldId="293"/>
        </pc:sldMkLst>
        <pc:spChg chg="mod">
          <ac:chgData name="Peter James" userId="42ed6fb6-03df-44fa-ad94-6bcf829c2de6" providerId="ADAL" clId="{E89D7401-C4D1-4C89-BDDC-E4348750662D}" dt="2023-01-03T13:32:00.144" v="2011" actId="20577"/>
          <ac:spMkLst>
            <pc:docMk/>
            <pc:sldMk cId="2315811344" sldId="293"/>
            <ac:spMk id="2" creationId="{02B2A0AB-28F3-4157-D615-89D745F3B465}"/>
          </ac:spMkLst>
        </pc:spChg>
        <pc:spChg chg="del">
          <ac:chgData name="Peter James" userId="42ed6fb6-03df-44fa-ad94-6bcf829c2de6" providerId="ADAL" clId="{E89D7401-C4D1-4C89-BDDC-E4348750662D}" dt="2023-01-03T13:31:25.270" v="1978" actId="931"/>
          <ac:spMkLst>
            <pc:docMk/>
            <pc:sldMk cId="2315811344" sldId="293"/>
            <ac:spMk id="3" creationId="{B1071025-84EA-4E2E-3002-4E2BE687A8D3}"/>
          </ac:spMkLst>
        </pc:spChg>
        <pc:spChg chg="add mod">
          <ac:chgData name="Peter James" userId="42ed6fb6-03df-44fa-ad94-6bcf829c2de6" providerId="ADAL" clId="{E89D7401-C4D1-4C89-BDDC-E4348750662D}" dt="2023-01-03T13:45:09.208" v="2063" actId="20577"/>
          <ac:spMkLst>
            <pc:docMk/>
            <pc:sldMk cId="2315811344" sldId="293"/>
            <ac:spMk id="9" creationId="{2EDA220D-68EE-CBCA-B082-768BCD349105}"/>
          </ac:spMkLst>
        </pc:spChg>
        <pc:picChg chg="add mod">
          <ac:chgData name="Peter James" userId="42ed6fb6-03df-44fa-ad94-6bcf829c2de6" providerId="ADAL" clId="{E89D7401-C4D1-4C89-BDDC-E4348750662D}" dt="2023-01-03T13:31:31.944" v="1981" actId="26606"/>
          <ac:picMkLst>
            <pc:docMk/>
            <pc:sldMk cId="2315811344" sldId="293"/>
            <ac:picMk id="5" creationId="{2A4D1C5A-8FD0-FFB1-1248-3C7334CD122E}"/>
          </ac:picMkLst>
        </pc:picChg>
      </pc:sldChg>
      <pc:sldChg chg="add del">
        <pc:chgData name="Peter James" userId="42ed6fb6-03df-44fa-ad94-6bcf829c2de6" providerId="ADAL" clId="{E89D7401-C4D1-4C89-BDDC-E4348750662D}" dt="2023-01-03T13:33:33.006" v="2059" actId="47"/>
        <pc:sldMkLst>
          <pc:docMk/>
          <pc:sldMk cId="471006239" sldId="294"/>
        </pc:sldMkLst>
      </pc:sldChg>
      <pc:sldChg chg="addSp delSp modSp new del mod setBg">
        <pc:chgData name="Peter James" userId="42ed6fb6-03df-44fa-ad94-6bcf829c2de6" providerId="ADAL" clId="{E89D7401-C4D1-4C89-BDDC-E4348750662D}" dt="2023-01-12T16:07:17.227" v="2791" actId="47"/>
        <pc:sldMkLst>
          <pc:docMk/>
          <pc:sldMk cId="934554531" sldId="295"/>
        </pc:sldMkLst>
        <pc:spChg chg="mod">
          <ac:chgData name="Peter James" userId="42ed6fb6-03df-44fa-ad94-6bcf829c2de6" providerId="ADAL" clId="{E89D7401-C4D1-4C89-BDDC-E4348750662D}" dt="2023-01-03T13:33:13.367" v="2056" actId="20577"/>
          <ac:spMkLst>
            <pc:docMk/>
            <pc:sldMk cId="934554531" sldId="295"/>
            <ac:spMk id="2" creationId="{3163EF36-2D65-4B00-0E03-C27E4D80FC57}"/>
          </ac:spMkLst>
        </pc:spChg>
        <pc:spChg chg="del">
          <ac:chgData name="Peter James" userId="42ed6fb6-03df-44fa-ad94-6bcf829c2de6" providerId="ADAL" clId="{E89D7401-C4D1-4C89-BDDC-E4348750662D}" dt="2023-01-03T13:32:16.506" v="2014" actId="931"/>
          <ac:spMkLst>
            <pc:docMk/>
            <pc:sldMk cId="934554531" sldId="295"/>
            <ac:spMk id="3" creationId="{2B4F02E8-E7E5-8389-FDD1-74FA5F6DD613}"/>
          </ac:spMkLst>
        </pc:spChg>
        <pc:spChg chg="add del">
          <ac:chgData name="Peter James" userId="42ed6fb6-03df-44fa-ad94-6bcf829c2de6" providerId="ADAL" clId="{E89D7401-C4D1-4C89-BDDC-E4348750662D}" dt="2023-01-03T13:32:32.563" v="2018" actId="26606"/>
          <ac:spMkLst>
            <pc:docMk/>
            <pc:sldMk cId="934554531" sldId="295"/>
            <ac:spMk id="9" creationId="{6C394C98-64B9-875A-1D83-B4887FB42AC2}"/>
          </ac:spMkLst>
        </pc:spChg>
        <pc:spChg chg="add mod">
          <ac:chgData name="Peter James" userId="42ed6fb6-03df-44fa-ad94-6bcf829c2de6" providerId="ADAL" clId="{E89D7401-C4D1-4C89-BDDC-E4348750662D}" dt="2023-01-03T13:33:03.958" v="2027" actId="207"/>
          <ac:spMkLst>
            <pc:docMk/>
            <pc:sldMk cId="934554531" sldId="295"/>
            <ac:spMk id="11" creationId="{FC9B94DC-D31A-8EF8-2A7F-46E35188EC0C}"/>
          </ac:spMkLst>
        </pc:spChg>
        <pc:spChg chg="add">
          <ac:chgData name="Peter James" userId="42ed6fb6-03df-44fa-ad94-6bcf829c2de6" providerId="ADAL" clId="{E89D7401-C4D1-4C89-BDDC-E4348750662D}" dt="2023-01-03T13:32:32.570" v="2019" actId="26606"/>
          <ac:spMkLst>
            <pc:docMk/>
            <pc:sldMk cId="934554531" sldId="295"/>
            <ac:spMk id="12" creationId="{1660E788-AFA9-4A1B-9991-6AA74632A15B}"/>
          </ac:spMkLst>
        </pc:spChg>
        <pc:spChg chg="add">
          <ac:chgData name="Peter James" userId="42ed6fb6-03df-44fa-ad94-6bcf829c2de6" providerId="ADAL" clId="{E89D7401-C4D1-4C89-BDDC-E4348750662D}" dt="2023-01-03T13:32:32.570" v="2019" actId="26606"/>
          <ac:spMkLst>
            <pc:docMk/>
            <pc:sldMk cId="934554531" sldId="295"/>
            <ac:spMk id="14" creationId="{867D4867-5BA7-4462-B2F6-A23F4A622AA7}"/>
          </ac:spMkLst>
        </pc:spChg>
        <pc:picChg chg="add mod">
          <ac:chgData name="Peter James" userId="42ed6fb6-03df-44fa-ad94-6bcf829c2de6" providerId="ADAL" clId="{E89D7401-C4D1-4C89-BDDC-E4348750662D}" dt="2023-01-03T13:33:22.257" v="2058" actId="14100"/>
          <ac:picMkLst>
            <pc:docMk/>
            <pc:sldMk cId="934554531" sldId="295"/>
            <ac:picMk id="5" creationId="{785C7AFC-FDDD-9417-30F6-074AF0B2EAE9}"/>
          </ac:picMkLst>
        </pc:picChg>
      </pc:sldChg>
      <pc:sldChg chg="addSp delSp modSp add mod setBg setClrOvrMap">
        <pc:chgData name="Peter James" userId="42ed6fb6-03df-44fa-ad94-6bcf829c2de6" providerId="ADAL" clId="{E89D7401-C4D1-4C89-BDDC-E4348750662D}" dt="2023-01-12T16:07:08.441" v="2789" actId="26606"/>
        <pc:sldMkLst>
          <pc:docMk/>
          <pc:sldMk cId="4059682682" sldId="296"/>
        </pc:sldMkLst>
        <pc:spChg chg="mod">
          <ac:chgData name="Peter James" userId="42ed6fb6-03df-44fa-ad94-6bcf829c2de6" providerId="ADAL" clId="{E89D7401-C4D1-4C89-BDDC-E4348750662D}" dt="2023-01-12T16:07:08.441" v="2789" actId="26606"/>
          <ac:spMkLst>
            <pc:docMk/>
            <pc:sldMk cId="4059682682" sldId="296"/>
            <ac:spMk id="2" creationId="{C80811CA-310A-B539-DE64-1EE10F7682C0}"/>
          </ac:spMkLst>
        </pc:spChg>
        <pc:spChg chg="add">
          <ac:chgData name="Peter James" userId="42ed6fb6-03df-44fa-ad94-6bcf829c2de6" providerId="ADAL" clId="{E89D7401-C4D1-4C89-BDDC-E4348750662D}" dt="2023-01-12T16:07:08.441" v="2789" actId="26606"/>
          <ac:spMkLst>
            <pc:docMk/>
            <pc:sldMk cId="4059682682" sldId="296"/>
            <ac:spMk id="9" creationId="{93F0ADB5-A0B4-4B01-A8C4-FDC34CE22BD4}"/>
          </ac:spMkLst>
        </pc:spChg>
        <pc:spChg chg="add">
          <ac:chgData name="Peter James" userId="42ed6fb6-03df-44fa-ad94-6bcf829c2de6" providerId="ADAL" clId="{E89D7401-C4D1-4C89-BDDC-E4348750662D}" dt="2023-01-12T16:07:08.441" v="2789" actId="26606"/>
          <ac:spMkLst>
            <pc:docMk/>
            <pc:sldMk cId="4059682682" sldId="296"/>
            <ac:spMk id="10" creationId="{AA6D0FDE-0241-4C21-A720-A69475358235}"/>
          </ac:spMkLst>
        </pc:spChg>
        <pc:spChg chg="add del">
          <ac:chgData name="Peter James" userId="42ed6fb6-03df-44fa-ad94-6bcf829c2de6" providerId="ADAL" clId="{E89D7401-C4D1-4C89-BDDC-E4348750662D}" dt="2023-01-12T16:02:38.282" v="2779" actId="26606"/>
          <ac:spMkLst>
            <pc:docMk/>
            <pc:sldMk cId="4059682682" sldId="296"/>
            <ac:spMk id="12" creationId="{0AF33C27-9C85-4B30-9AD7-879D48AFE4FF}"/>
          </ac:spMkLst>
        </pc:spChg>
        <pc:spChg chg="add del">
          <ac:chgData name="Peter James" userId="42ed6fb6-03df-44fa-ad94-6bcf829c2de6" providerId="ADAL" clId="{E89D7401-C4D1-4C89-BDDC-E4348750662D}" dt="2023-01-12T16:02:38.282" v="2779" actId="26606"/>
          <ac:spMkLst>
            <pc:docMk/>
            <pc:sldMk cId="4059682682" sldId="296"/>
            <ac:spMk id="14" creationId="{6D5089DD-882D-4413-B8BF-4798BFD84A98}"/>
          </ac:spMkLst>
        </pc:spChg>
        <pc:spChg chg="add del">
          <ac:chgData name="Peter James" userId="42ed6fb6-03df-44fa-ad94-6bcf829c2de6" providerId="ADAL" clId="{E89D7401-C4D1-4C89-BDDC-E4348750662D}" dt="2023-01-12T16:06:41.755" v="2783" actId="26606"/>
          <ac:spMkLst>
            <pc:docMk/>
            <pc:sldMk cId="4059682682" sldId="296"/>
            <ac:spMk id="19" creationId="{93F0ADB5-A0B4-4B01-A8C4-FDC34CE22BD4}"/>
          </ac:spMkLst>
        </pc:spChg>
        <pc:spChg chg="add del">
          <ac:chgData name="Peter James" userId="42ed6fb6-03df-44fa-ad94-6bcf829c2de6" providerId="ADAL" clId="{E89D7401-C4D1-4C89-BDDC-E4348750662D}" dt="2023-01-12T16:06:41.755" v="2783" actId="26606"/>
          <ac:spMkLst>
            <pc:docMk/>
            <pc:sldMk cId="4059682682" sldId="296"/>
            <ac:spMk id="21" creationId="{AA6D0FDE-0241-4C21-A720-A69475358235}"/>
          </ac:spMkLst>
        </pc:spChg>
        <pc:spChg chg="add del">
          <ac:chgData name="Peter James" userId="42ed6fb6-03df-44fa-ad94-6bcf829c2de6" providerId="ADAL" clId="{E89D7401-C4D1-4C89-BDDC-E4348750662D}" dt="2023-01-12T16:06:59.609" v="2788" actId="26606"/>
          <ac:spMkLst>
            <pc:docMk/>
            <pc:sldMk cId="4059682682" sldId="296"/>
            <ac:spMk id="26" creationId="{93F0ADB5-A0B4-4B01-A8C4-FDC34CE22BD4}"/>
          </ac:spMkLst>
        </pc:spChg>
        <pc:spChg chg="add del">
          <ac:chgData name="Peter James" userId="42ed6fb6-03df-44fa-ad94-6bcf829c2de6" providerId="ADAL" clId="{E89D7401-C4D1-4C89-BDDC-E4348750662D}" dt="2023-01-12T16:06:59.609" v="2788" actId="26606"/>
          <ac:spMkLst>
            <pc:docMk/>
            <pc:sldMk cId="4059682682" sldId="296"/>
            <ac:spMk id="28" creationId="{AA6D0FDE-0241-4C21-A720-A69475358235}"/>
          </ac:spMkLst>
        </pc:spChg>
        <pc:spChg chg="add del">
          <ac:chgData name="Peter James" userId="42ed6fb6-03df-44fa-ad94-6bcf829c2de6" providerId="ADAL" clId="{E89D7401-C4D1-4C89-BDDC-E4348750662D}" dt="2023-01-12T16:06:55.370" v="2785" actId="26606"/>
          <ac:spMkLst>
            <pc:docMk/>
            <pc:sldMk cId="4059682682" sldId="296"/>
            <ac:spMk id="33" creationId="{93F0ADB5-A0B4-4B01-A8C4-FDC34CE22BD4}"/>
          </ac:spMkLst>
        </pc:spChg>
        <pc:spChg chg="add del">
          <ac:chgData name="Peter James" userId="42ed6fb6-03df-44fa-ad94-6bcf829c2de6" providerId="ADAL" clId="{E89D7401-C4D1-4C89-BDDC-E4348750662D}" dt="2023-01-12T16:06:55.370" v="2785" actId="26606"/>
          <ac:spMkLst>
            <pc:docMk/>
            <pc:sldMk cId="4059682682" sldId="296"/>
            <ac:spMk id="35" creationId="{AA6D0FDE-0241-4C21-A720-A69475358235}"/>
          </ac:spMkLst>
        </pc:spChg>
        <pc:spChg chg="add del">
          <ac:chgData name="Peter James" userId="42ed6fb6-03df-44fa-ad94-6bcf829c2de6" providerId="ADAL" clId="{E89D7401-C4D1-4C89-BDDC-E4348750662D}" dt="2023-01-12T16:06:59.526" v="2787" actId="26606"/>
          <ac:spMkLst>
            <pc:docMk/>
            <pc:sldMk cId="4059682682" sldId="296"/>
            <ac:spMk id="37" creationId="{93F0ADB5-A0B4-4B01-A8C4-FDC34CE22BD4}"/>
          </ac:spMkLst>
        </pc:spChg>
        <pc:spChg chg="add del">
          <ac:chgData name="Peter James" userId="42ed6fb6-03df-44fa-ad94-6bcf829c2de6" providerId="ADAL" clId="{E89D7401-C4D1-4C89-BDDC-E4348750662D}" dt="2023-01-12T16:06:59.526" v="2787" actId="26606"/>
          <ac:spMkLst>
            <pc:docMk/>
            <pc:sldMk cId="4059682682" sldId="296"/>
            <ac:spMk id="38" creationId="{AA6D0FDE-0241-4C21-A720-A69475358235}"/>
          </ac:spMkLst>
        </pc:spChg>
        <pc:graphicFrameChg chg="mod modGraphic">
          <ac:chgData name="Peter James" userId="42ed6fb6-03df-44fa-ad94-6bcf829c2de6" providerId="ADAL" clId="{E89D7401-C4D1-4C89-BDDC-E4348750662D}" dt="2023-01-12T16:07:08.441" v="2789" actId="26606"/>
          <ac:graphicFrameMkLst>
            <pc:docMk/>
            <pc:sldMk cId="4059682682" sldId="296"/>
            <ac:graphicFrameMk id="7" creationId="{888532A3-F031-F3DC-E4E7-A2F17C789053}"/>
          </ac:graphicFrameMkLst>
        </pc:graphicFrameChg>
      </pc:sldChg>
      <pc:sldChg chg="modSp add del mod">
        <pc:chgData name="Peter James" userId="42ed6fb6-03df-44fa-ad94-6bcf829c2de6" providerId="ADAL" clId="{E89D7401-C4D1-4C89-BDDC-E4348750662D}" dt="2023-01-12T16:34:05.583" v="3308" actId="2696"/>
        <pc:sldMkLst>
          <pc:docMk/>
          <pc:sldMk cId="1418505534" sldId="297"/>
        </pc:sldMkLst>
        <pc:spChg chg="mod">
          <ac:chgData name="Peter James" userId="42ed6fb6-03df-44fa-ad94-6bcf829c2de6" providerId="ADAL" clId="{E89D7401-C4D1-4C89-BDDC-E4348750662D}" dt="2023-01-12T16:33:43.003" v="3307" actId="20577"/>
          <ac:spMkLst>
            <pc:docMk/>
            <pc:sldMk cId="1418505534" sldId="297"/>
            <ac:spMk id="3" creationId="{886C7002-798D-02F1-57B2-5DC3E57D1E1F}"/>
          </ac:spMkLst>
        </pc:spChg>
      </pc:sldChg>
      <pc:sldChg chg="addSp delSp modSp add del mod setBg delDesignElem">
        <pc:chgData name="Peter James" userId="42ed6fb6-03df-44fa-ad94-6bcf829c2de6" providerId="ADAL" clId="{E89D7401-C4D1-4C89-BDDC-E4348750662D}" dt="2023-01-12T16:37:13.769" v="3365" actId="47"/>
        <pc:sldMkLst>
          <pc:docMk/>
          <pc:sldMk cId="1987195303" sldId="297"/>
        </pc:sldMkLst>
        <pc:spChg chg="mod">
          <ac:chgData name="Peter James" userId="42ed6fb6-03df-44fa-ad94-6bcf829c2de6" providerId="ADAL" clId="{E89D7401-C4D1-4C89-BDDC-E4348750662D}" dt="2023-01-12T16:35:39.945" v="3335" actId="21"/>
          <ac:spMkLst>
            <pc:docMk/>
            <pc:sldMk cId="1987195303" sldId="297"/>
            <ac:spMk id="3" creationId="{886C7002-798D-02F1-57B2-5DC3E57D1E1F}"/>
          </ac:spMkLst>
        </pc:spChg>
        <pc:spChg chg="add">
          <ac:chgData name="Peter James" userId="42ed6fb6-03df-44fa-ad94-6bcf829c2de6" providerId="ADAL" clId="{E89D7401-C4D1-4C89-BDDC-E4348750662D}" dt="2023-01-12T16:34:25.892" v="3312" actId="26606"/>
          <ac:spMkLst>
            <pc:docMk/>
            <pc:sldMk cId="1987195303" sldId="297"/>
            <ac:spMk id="5" creationId="{2AEFFFF2-9EB4-4B6C-B9F8-2BA3EF89A21C}"/>
          </ac:spMkLst>
        </pc:spChg>
        <pc:spChg chg="add">
          <ac:chgData name="Peter James" userId="42ed6fb6-03df-44fa-ad94-6bcf829c2de6" providerId="ADAL" clId="{E89D7401-C4D1-4C89-BDDC-E4348750662D}" dt="2023-01-12T16:34:25.892" v="3312" actId="26606"/>
          <ac:spMkLst>
            <pc:docMk/>
            <pc:sldMk cId="1987195303" sldId="297"/>
            <ac:spMk id="6" creationId="{0D65299F-028F-4AFC-B46A-8DB33E20FE4A}"/>
          </ac:spMkLst>
        </pc:spChg>
        <pc:spChg chg="add">
          <ac:chgData name="Peter James" userId="42ed6fb6-03df-44fa-ad94-6bcf829c2de6" providerId="ADAL" clId="{E89D7401-C4D1-4C89-BDDC-E4348750662D}" dt="2023-01-12T16:34:25.892" v="3312" actId="26606"/>
          <ac:spMkLst>
            <pc:docMk/>
            <pc:sldMk cId="1987195303" sldId="297"/>
            <ac:spMk id="7" creationId="{BAC87F6E-526A-49B5-995D-42DB656594C9}"/>
          </ac:spMkLst>
        </pc:spChg>
        <pc:spChg chg="del">
          <ac:chgData name="Peter James" userId="42ed6fb6-03df-44fa-ad94-6bcf829c2de6" providerId="ADAL" clId="{E89D7401-C4D1-4C89-BDDC-E4348750662D}" dt="2023-01-12T16:34:10.195" v="3311"/>
          <ac:spMkLst>
            <pc:docMk/>
            <pc:sldMk cId="1987195303" sldId="297"/>
            <ac:spMk id="8" creationId="{2AEFFFF2-9EB4-4B6C-B9F8-2BA3EF89A21C}"/>
          </ac:spMkLst>
        </pc:spChg>
        <pc:spChg chg="del">
          <ac:chgData name="Peter James" userId="42ed6fb6-03df-44fa-ad94-6bcf829c2de6" providerId="ADAL" clId="{E89D7401-C4D1-4C89-BDDC-E4348750662D}" dt="2023-01-12T16:34:10.195" v="3311"/>
          <ac:spMkLst>
            <pc:docMk/>
            <pc:sldMk cId="1987195303" sldId="297"/>
            <ac:spMk id="10" creationId="{0D65299F-028F-4AFC-B46A-8DB33E20FE4A}"/>
          </ac:spMkLst>
        </pc:spChg>
        <pc:spChg chg="del">
          <ac:chgData name="Peter James" userId="42ed6fb6-03df-44fa-ad94-6bcf829c2de6" providerId="ADAL" clId="{E89D7401-C4D1-4C89-BDDC-E4348750662D}" dt="2023-01-12T16:34:10.195" v="3311"/>
          <ac:spMkLst>
            <pc:docMk/>
            <pc:sldMk cId="1987195303" sldId="297"/>
            <ac:spMk id="12" creationId="{BAC87F6E-526A-49B5-995D-42DB656594C9}"/>
          </ac:spMkLst>
        </pc:spChg>
      </pc:sldChg>
      <pc:sldChg chg="modSp add mod">
        <pc:chgData name="Peter James" userId="42ed6fb6-03df-44fa-ad94-6bcf829c2de6" providerId="ADAL" clId="{E89D7401-C4D1-4C89-BDDC-E4348750662D}" dt="2023-01-12T16:14:32.074" v="2920" actId="20577"/>
        <pc:sldMkLst>
          <pc:docMk/>
          <pc:sldMk cId="1275412135" sldId="298"/>
        </pc:sldMkLst>
        <pc:spChg chg="mod">
          <ac:chgData name="Peter James" userId="42ed6fb6-03df-44fa-ad94-6bcf829c2de6" providerId="ADAL" clId="{E89D7401-C4D1-4C89-BDDC-E4348750662D}" dt="2023-01-12T16:14:32.074" v="2920" actId="20577"/>
          <ac:spMkLst>
            <pc:docMk/>
            <pc:sldMk cId="1275412135" sldId="298"/>
            <ac:spMk id="4" creationId="{835610E4-24BA-794B-13CC-E7AD96313B36}"/>
          </ac:spMkLst>
        </pc:spChg>
      </pc:sldChg>
      <pc:sldChg chg="modSp add mod">
        <pc:chgData name="Peter James" userId="42ed6fb6-03df-44fa-ad94-6bcf829c2de6" providerId="ADAL" clId="{E89D7401-C4D1-4C89-BDDC-E4348750662D}" dt="2023-01-12T16:26:49.639" v="3138" actId="20577"/>
        <pc:sldMkLst>
          <pc:docMk/>
          <pc:sldMk cId="2934959320" sldId="299"/>
        </pc:sldMkLst>
        <pc:spChg chg="mod">
          <ac:chgData name="Peter James" userId="42ed6fb6-03df-44fa-ad94-6bcf829c2de6" providerId="ADAL" clId="{E89D7401-C4D1-4C89-BDDC-E4348750662D}" dt="2023-01-12T16:15:24.349" v="2942" actId="404"/>
          <ac:spMkLst>
            <pc:docMk/>
            <pc:sldMk cId="2934959320" sldId="299"/>
            <ac:spMk id="2" creationId="{18EDCBF3-D160-146A-0849-C81B6A283E09}"/>
          </ac:spMkLst>
        </pc:spChg>
        <pc:spChg chg="mod">
          <ac:chgData name="Peter James" userId="42ed6fb6-03df-44fa-ad94-6bcf829c2de6" providerId="ADAL" clId="{E89D7401-C4D1-4C89-BDDC-E4348750662D}" dt="2023-01-12T16:26:49.639" v="3138" actId="20577"/>
          <ac:spMkLst>
            <pc:docMk/>
            <pc:sldMk cId="2934959320" sldId="299"/>
            <ac:spMk id="4" creationId="{835610E4-24BA-794B-13CC-E7AD96313B36}"/>
          </ac:spMkLst>
        </pc:spChg>
      </pc:sldChg>
      <pc:sldChg chg="modSp add mod">
        <pc:chgData name="Peter James" userId="42ed6fb6-03df-44fa-ad94-6bcf829c2de6" providerId="ADAL" clId="{E89D7401-C4D1-4C89-BDDC-E4348750662D}" dt="2023-01-12T16:27:16.890" v="3188" actId="20577"/>
        <pc:sldMkLst>
          <pc:docMk/>
          <pc:sldMk cId="231026271" sldId="300"/>
        </pc:sldMkLst>
        <pc:spChg chg="mod">
          <ac:chgData name="Peter James" userId="42ed6fb6-03df-44fa-ad94-6bcf829c2de6" providerId="ADAL" clId="{E89D7401-C4D1-4C89-BDDC-E4348750662D}" dt="2023-01-12T16:21:22.501" v="2961" actId="403"/>
          <ac:spMkLst>
            <pc:docMk/>
            <pc:sldMk cId="231026271" sldId="300"/>
            <ac:spMk id="2" creationId="{18EDCBF3-D160-146A-0849-C81B6A283E09}"/>
          </ac:spMkLst>
        </pc:spChg>
        <pc:spChg chg="mod">
          <ac:chgData name="Peter James" userId="42ed6fb6-03df-44fa-ad94-6bcf829c2de6" providerId="ADAL" clId="{E89D7401-C4D1-4C89-BDDC-E4348750662D}" dt="2023-01-12T16:27:16.890" v="3188" actId="20577"/>
          <ac:spMkLst>
            <pc:docMk/>
            <pc:sldMk cId="231026271" sldId="300"/>
            <ac:spMk id="4" creationId="{835610E4-24BA-794B-13CC-E7AD96313B36}"/>
          </ac:spMkLst>
        </pc:spChg>
      </pc:sldChg>
      <pc:sldChg chg="modSp add del mod">
        <pc:chgData name="Peter James" userId="42ed6fb6-03df-44fa-ad94-6bcf829c2de6" providerId="ADAL" clId="{E89D7401-C4D1-4C89-BDDC-E4348750662D}" dt="2023-01-12T16:27:37.782" v="3189" actId="47"/>
        <pc:sldMkLst>
          <pc:docMk/>
          <pc:sldMk cId="466804656" sldId="301"/>
        </pc:sldMkLst>
        <pc:spChg chg="mod">
          <ac:chgData name="Peter James" userId="42ed6fb6-03df-44fa-ad94-6bcf829c2de6" providerId="ADAL" clId="{E89D7401-C4D1-4C89-BDDC-E4348750662D}" dt="2023-01-12T16:22:19.475" v="2982" actId="403"/>
          <ac:spMkLst>
            <pc:docMk/>
            <pc:sldMk cId="466804656" sldId="301"/>
            <ac:spMk id="2" creationId="{18EDCBF3-D160-146A-0849-C81B6A283E09}"/>
          </ac:spMkLst>
        </pc:spChg>
        <pc:spChg chg="mod">
          <ac:chgData name="Peter James" userId="42ed6fb6-03df-44fa-ad94-6bcf829c2de6" providerId="ADAL" clId="{E89D7401-C4D1-4C89-BDDC-E4348750662D}" dt="2023-01-12T16:23:57.353" v="3057" actId="6549"/>
          <ac:spMkLst>
            <pc:docMk/>
            <pc:sldMk cId="466804656" sldId="301"/>
            <ac:spMk id="4" creationId="{835610E4-24BA-794B-13CC-E7AD96313B36}"/>
          </ac:spMkLst>
        </pc:spChg>
      </pc:sldChg>
      <pc:sldChg chg="modSp add mod">
        <pc:chgData name="Peter James" userId="42ed6fb6-03df-44fa-ad94-6bcf829c2de6" providerId="ADAL" clId="{E89D7401-C4D1-4C89-BDDC-E4348750662D}" dt="2023-01-12T16:28:23.474" v="3220" actId="33524"/>
        <pc:sldMkLst>
          <pc:docMk/>
          <pc:sldMk cId="3283290189" sldId="302"/>
        </pc:sldMkLst>
        <pc:spChg chg="mod">
          <ac:chgData name="Peter James" userId="42ed6fb6-03df-44fa-ad94-6bcf829c2de6" providerId="ADAL" clId="{E89D7401-C4D1-4C89-BDDC-E4348750662D}" dt="2023-01-12T16:22:56.879" v="3002" actId="404"/>
          <ac:spMkLst>
            <pc:docMk/>
            <pc:sldMk cId="3283290189" sldId="302"/>
            <ac:spMk id="2" creationId="{18EDCBF3-D160-146A-0849-C81B6A283E09}"/>
          </ac:spMkLst>
        </pc:spChg>
        <pc:spChg chg="mod">
          <ac:chgData name="Peter James" userId="42ed6fb6-03df-44fa-ad94-6bcf829c2de6" providerId="ADAL" clId="{E89D7401-C4D1-4C89-BDDC-E4348750662D}" dt="2023-01-12T16:28:23.474" v="3220" actId="33524"/>
          <ac:spMkLst>
            <pc:docMk/>
            <pc:sldMk cId="3283290189" sldId="302"/>
            <ac:spMk id="4" creationId="{835610E4-24BA-794B-13CC-E7AD96313B36}"/>
          </ac:spMkLst>
        </pc:spChg>
      </pc:sldChg>
      <pc:sldChg chg="modSp add mod">
        <pc:chgData name="Peter James" userId="42ed6fb6-03df-44fa-ad94-6bcf829c2de6" providerId="ADAL" clId="{E89D7401-C4D1-4C89-BDDC-E4348750662D}" dt="2023-01-12T16:25:02.119" v="3077" actId="20577"/>
        <pc:sldMkLst>
          <pc:docMk/>
          <pc:sldMk cId="2429606254" sldId="303"/>
        </pc:sldMkLst>
        <pc:spChg chg="mod">
          <ac:chgData name="Peter James" userId="42ed6fb6-03df-44fa-ad94-6bcf829c2de6" providerId="ADAL" clId="{E89D7401-C4D1-4C89-BDDC-E4348750662D}" dt="2023-01-12T16:25:02.119" v="3077" actId="20577"/>
          <ac:spMkLst>
            <pc:docMk/>
            <pc:sldMk cId="2429606254" sldId="303"/>
            <ac:spMk id="2" creationId="{18EDCBF3-D160-146A-0849-C81B6A283E09}"/>
          </ac:spMkLst>
        </pc:spChg>
        <pc:spChg chg="mod">
          <ac:chgData name="Peter James" userId="42ed6fb6-03df-44fa-ad94-6bcf829c2de6" providerId="ADAL" clId="{E89D7401-C4D1-4C89-BDDC-E4348750662D}" dt="2023-01-12T16:24:34.953" v="3063"/>
          <ac:spMkLst>
            <pc:docMk/>
            <pc:sldMk cId="2429606254" sldId="303"/>
            <ac:spMk id="4" creationId="{835610E4-24BA-794B-13CC-E7AD96313B36}"/>
          </ac:spMkLst>
        </pc:spChg>
      </pc:sldChg>
      <pc:sldChg chg="addSp modSp add mod">
        <pc:chgData name="Peter James" userId="42ed6fb6-03df-44fa-ad94-6bcf829c2de6" providerId="ADAL" clId="{E89D7401-C4D1-4C89-BDDC-E4348750662D}" dt="2023-01-12T16:26:14.246" v="3100" actId="1076"/>
        <pc:sldMkLst>
          <pc:docMk/>
          <pc:sldMk cId="254755531" sldId="304"/>
        </pc:sldMkLst>
        <pc:spChg chg="mod">
          <ac:chgData name="Peter James" userId="42ed6fb6-03df-44fa-ad94-6bcf829c2de6" providerId="ADAL" clId="{E89D7401-C4D1-4C89-BDDC-E4348750662D}" dt="2023-01-12T16:26:06.614" v="3099" actId="403"/>
          <ac:spMkLst>
            <pc:docMk/>
            <pc:sldMk cId="254755531" sldId="304"/>
            <ac:spMk id="2" creationId="{18EDCBF3-D160-146A-0849-C81B6A283E09}"/>
          </ac:spMkLst>
        </pc:spChg>
        <pc:spChg chg="mod">
          <ac:chgData name="Peter James" userId="42ed6fb6-03df-44fa-ad94-6bcf829c2de6" providerId="ADAL" clId="{E89D7401-C4D1-4C89-BDDC-E4348750662D}" dt="2023-01-12T16:25:23.809" v="3081" actId="6549"/>
          <ac:spMkLst>
            <pc:docMk/>
            <pc:sldMk cId="254755531" sldId="304"/>
            <ac:spMk id="4" creationId="{835610E4-24BA-794B-13CC-E7AD96313B36}"/>
          </ac:spMkLst>
        </pc:spChg>
        <pc:picChg chg="add mod">
          <ac:chgData name="Peter James" userId="42ed6fb6-03df-44fa-ad94-6bcf829c2de6" providerId="ADAL" clId="{E89D7401-C4D1-4C89-BDDC-E4348750662D}" dt="2023-01-12T16:26:14.246" v="3100" actId="1076"/>
          <ac:picMkLst>
            <pc:docMk/>
            <pc:sldMk cId="254755531" sldId="304"/>
            <ac:picMk id="3" creationId="{795BEAB3-4A8D-F2D5-F6D4-7F14E5B62F69}"/>
          </ac:picMkLst>
        </pc:picChg>
      </pc:sldChg>
      <pc:sldChg chg="addSp delSp modSp new mod setBg modClrScheme chgLayout">
        <pc:chgData name="Peter James" userId="42ed6fb6-03df-44fa-ad94-6bcf829c2de6" providerId="ADAL" clId="{E89D7401-C4D1-4C89-BDDC-E4348750662D}" dt="2023-01-12T16:31:43.335" v="3271" actId="26606"/>
        <pc:sldMkLst>
          <pc:docMk/>
          <pc:sldMk cId="3437972461" sldId="305"/>
        </pc:sldMkLst>
        <pc:spChg chg="del mod ord">
          <ac:chgData name="Peter James" userId="42ed6fb6-03df-44fa-ad94-6bcf829c2de6" providerId="ADAL" clId="{E89D7401-C4D1-4C89-BDDC-E4348750662D}" dt="2023-01-12T16:31:34.631" v="3247" actId="700"/>
          <ac:spMkLst>
            <pc:docMk/>
            <pc:sldMk cId="3437972461" sldId="305"/>
            <ac:spMk id="2" creationId="{84A57A8F-A0AB-84F9-C944-72630463F10F}"/>
          </ac:spMkLst>
        </pc:spChg>
        <pc:spChg chg="del">
          <ac:chgData name="Peter James" userId="42ed6fb6-03df-44fa-ad94-6bcf829c2de6" providerId="ADAL" clId="{E89D7401-C4D1-4C89-BDDC-E4348750662D}" dt="2023-01-12T16:31:34.631" v="3247" actId="700"/>
          <ac:spMkLst>
            <pc:docMk/>
            <pc:sldMk cId="3437972461" sldId="305"/>
            <ac:spMk id="3" creationId="{37C0FEBB-64F5-78EA-6F75-A1A951CDAC45}"/>
          </ac:spMkLst>
        </pc:spChg>
        <pc:spChg chg="add mod ord">
          <ac:chgData name="Peter James" userId="42ed6fb6-03df-44fa-ad94-6bcf829c2de6" providerId="ADAL" clId="{E89D7401-C4D1-4C89-BDDC-E4348750662D}" dt="2023-01-12T16:31:43.335" v="3271" actId="26606"/>
          <ac:spMkLst>
            <pc:docMk/>
            <pc:sldMk cId="3437972461" sldId="305"/>
            <ac:spMk id="4" creationId="{009B25A1-9CB9-1F69-3EEA-929F7DEBC1F6}"/>
          </ac:spMkLst>
        </pc:spChg>
        <pc:spChg chg="add">
          <ac:chgData name="Peter James" userId="42ed6fb6-03df-44fa-ad94-6bcf829c2de6" providerId="ADAL" clId="{E89D7401-C4D1-4C89-BDDC-E4348750662D}" dt="2023-01-12T16:31:43.335" v="3271" actId="26606"/>
          <ac:spMkLst>
            <pc:docMk/>
            <pc:sldMk cId="3437972461" sldId="305"/>
            <ac:spMk id="9" creationId="{168D508C-A317-451C-AB61-8A699E3570F1}"/>
          </ac:spMkLst>
        </pc:spChg>
      </pc:sldChg>
    </pc:docChg>
  </pc:docChgLst>
  <pc:docChgLst>
    <pc:chgData name="Peter James" userId="42ed6fb6-03df-44fa-ad94-6bcf829c2de6" providerId="ADAL" clId="{FBDE911E-1109-4A4F-B6BD-8DBD4D78B1F9}"/>
    <pc:docChg chg="undo redo custSel addSld delSld modSld modMainMaster">
      <pc:chgData name="Peter James" userId="42ed6fb6-03df-44fa-ad94-6bcf829c2de6" providerId="ADAL" clId="{FBDE911E-1109-4A4F-B6BD-8DBD4D78B1F9}" dt="2023-02-23T12:28:09.215" v="882" actId="20577"/>
      <pc:docMkLst>
        <pc:docMk/>
      </pc:docMkLst>
      <pc:sldChg chg="modTransition modAnim">
        <pc:chgData name="Peter James" userId="42ed6fb6-03df-44fa-ad94-6bcf829c2de6" providerId="ADAL" clId="{FBDE911E-1109-4A4F-B6BD-8DBD4D78B1F9}" dt="2023-02-23T12:16:28.522" v="838"/>
        <pc:sldMkLst>
          <pc:docMk/>
          <pc:sldMk cId="3744903133" sldId="256"/>
        </pc:sldMkLst>
      </pc:sldChg>
      <pc:sldChg chg="modTransition modAnim">
        <pc:chgData name="Peter James" userId="42ed6fb6-03df-44fa-ad94-6bcf829c2de6" providerId="ADAL" clId="{FBDE911E-1109-4A4F-B6BD-8DBD4D78B1F9}" dt="2023-02-23T10:43:34.472" v="62"/>
        <pc:sldMkLst>
          <pc:docMk/>
          <pc:sldMk cId="3929916046" sldId="257"/>
        </pc:sldMkLst>
      </pc:sldChg>
      <pc:sldChg chg="modTransition modAnim">
        <pc:chgData name="Peter James" userId="42ed6fb6-03df-44fa-ad94-6bcf829c2de6" providerId="ADAL" clId="{FBDE911E-1109-4A4F-B6BD-8DBD4D78B1F9}" dt="2023-02-23T12:14:32.505" v="831"/>
        <pc:sldMkLst>
          <pc:docMk/>
          <pc:sldMk cId="3813521142" sldId="261"/>
        </pc:sldMkLst>
      </pc:sldChg>
      <pc:sldChg chg="modTransition modAnim">
        <pc:chgData name="Peter James" userId="42ed6fb6-03df-44fa-ad94-6bcf829c2de6" providerId="ADAL" clId="{FBDE911E-1109-4A4F-B6BD-8DBD4D78B1F9}" dt="2023-02-23T12:13:59.710" v="827"/>
        <pc:sldMkLst>
          <pc:docMk/>
          <pc:sldMk cId="3968291069" sldId="264"/>
        </pc:sldMkLst>
      </pc:sldChg>
      <pc:sldChg chg="modTransition modAnim">
        <pc:chgData name="Peter James" userId="42ed6fb6-03df-44fa-ad94-6bcf829c2de6" providerId="ADAL" clId="{FBDE911E-1109-4A4F-B6BD-8DBD4D78B1F9}" dt="2023-02-23T12:19:59.659" v="859"/>
        <pc:sldMkLst>
          <pc:docMk/>
          <pc:sldMk cId="607445658" sldId="266"/>
        </pc:sldMkLst>
      </pc:sldChg>
      <pc:sldChg chg="modTransition modAnim">
        <pc:chgData name="Peter James" userId="42ed6fb6-03df-44fa-ad94-6bcf829c2de6" providerId="ADAL" clId="{FBDE911E-1109-4A4F-B6BD-8DBD4D78B1F9}" dt="2023-02-23T12:20:11.170" v="861"/>
        <pc:sldMkLst>
          <pc:docMk/>
          <pc:sldMk cId="367907448" sldId="267"/>
        </pc:sldMkLst>
      </pc:sldChg>
      <pc:sldChg chg="modTransition modAnim">
        <pc:chgData name="Peter James" userId="42ed6fb6-03df-44fa-ad94-6bcf829c2de6" providerId="ADAL" clId="{FBDE911E-1109-4A4F-B6BD-8DBD4D78B1F9}" dt="2023-02-23T12:20:19.102" v="863"/>
        <pc:sldMkLst>
          <pc:docMk/>
          <pc:sldMk cId="1888027721" sldId="271"/>
        </pc:sldMkLst>
      </pc:sldChg>
      <pc:sldChg chg="addSp delSp modSp del mod modTransition setBg">
        <pc:chgData name="Peter James" userId="42ed6fb6-03df-44fa-ad94-6bcf829c2de6" providerId="ADAL" clId="{FBDE911E-1109-4A4F-B6BD-8DBD4D78B1F9}" dt="2023-02-23T11:26:55.943" v="743" actId="47"/>
        <pc:sldMkLst>
          <pc:docMk/>
          <pc:sldMk cId="609547597" sldId="272"/>
        </pc:sldMkLst>
        <pc:spChg chg="mod">
          <ac:chgData name="Peter James" userId="42ed6fb6-03df-44fa-ad94-6bcf829c2de6" providerId="ADAL" clId="{FBDE911E-1109-4A4F-B6BD-8DBD4D78B1F9}" dt="2023-02-23T11:21:00.123" v="331" actId="26606"/>
          <ac:spMkLst>
            <pc:docMk/>
            <pc:sldMk cId="609547597" sldId="272"/>
            <ac:spMk id="2" creationId="{839375BC-F259-2B86-D464-2EF2E4D75C7C}"/>
          </ac:spMkLst>
        </pc:spChg>
        <pc:spChg chg="del">
          <ac:chgData name="Peter James" userId="42ed6fb6-03df-44fa-ad94-6bcf829c2de6" providerId="ADAL" clId="{FBDE911E-1109-4A4F-B6BD-8DBD4D78B1F9}" dt="2023-02-23T11:21:00.123" v="331" actId="26606"/>
          <ac:spMkLst>
            <pc:docMk/>
            <pc:sldMk cId="609547597" sldId="272"/>
            <ac:spMk id="9" creationId="{419501C6-F015-4273-AF88-E0F6C853899F}"/>
          </ac:spMkLst>
        </pc:spChg>
        <pc:spChg chg="del">
          <ac:chgData name="Peter James" userId="42ed6fb6-03df-44fa-ad94-6bcf829c2de6" providerId="ADAL" clId="{FBDE911E-1109-4A4F-B6BD-8DBD4D78B1F9}" dt="2023-02-23T11:21:00.123" v="331" actId="26606"/>
          <ac:spMkLst>
            <pc:docMk/>
            <pc:sldMk cId="609547597" sldId="272"/>
            <ac:spMk id="11" creationId="{CA677DB7-5829-45BD-9754-5EC484CC4253}"/>
          </ac:spMkLst>
        </pc:spChg>
        <pc:spChg chg="add">
          <ac:chgData name="Peter James" userId="42ed6fb6-03df-44fa-ad94-6bcf829c2de6" providerId="ADAL" clId="{FBDE911E-1109-4A4F-B6BD-8DBD4D78B1F9}" dt="2023-02-23T11:21:00.123" v="331" actId="26606"/>
          <ac:spMkLst>
            <pc:docMk/>
            <pc:sldMk cId="609547597" sldId="272"/>
            <ac:spMk id="16" creationId="{733DEE68-6B15-49E1-8C6F-EE553B0597A0}"/>
          </ac:spMkLst>
        </pc:spChg>
        <pc:spChg chg="add">
          <ac:chgData name="Peter James" userId="42ed6fb6-03df-44fa-ad94-6bcf829c2de6" providerId="ADAL" clId="{FBDE911E-1109-4A4F-B6BD-8DBD4D78B1F9}" dt="2023-02-23T11:21:00.123" v="331" actId="26606"/>
          <ac:spMkLst>
            <pc:docMk/>
            <pc:sldMk cId="609547597" sldId="272"/>
            <ac:spMk id="18" creationId="{EC3F07C8-CCA3-4D2E-A900-8396148C16E0}"/>
          </ac:spMkLst>
        </pc:spChg>
        <pc:picChg chg="mod modCrop">
          <ac:chgData name="Peter James" userId="42ed6fb6-03df-44fa-ad94-6bcf829c2de6" providerId="ADAL" clId="{FBDE911E-1109-4A4F-B6BD-8DBD4D78B1F9}" dt="2023-02-23T11:21:00.123" v="331" actId="26606"/>
          <ac:picMkLst>
            <pc:docMk/>
            <pc:sldMk cId="609547597" sldId="272"/>
            <ac:picMk id="4" creationId="{202B110D-6644-6145-FC81-E25496C22138}"/>
          </ac:picMkLst>
        </pc:picChg>
      </pc:sldChg>
      <pc:sldChg chg="addSp delSp modSp mod modTransition modAnim">
        <pc:chgData name="Peter James" userId="42ed6fb6-03df-44fa-ad94-6bcf829c2de6" providerId="ADAL" clId="{FBDE911E-1109-4A4F-B6BD-8DBD4D78B1F9}" dt="2023-02-23T12:17:25.533" v="854" actId="20577"/>
        <pc:sldMkLst>
          <pc:docMk/>
          <pc:sldMk cId="531027773" sldId="282"/>
        </pc:sldMkLst>
        <pc:spChg chg="mod">
          <ac:chgData name="Peter James" userId="42ed6fb6-03df-44fa-ad94-6bcf829c2de6" providerId="ADAL" clId="{FBDE911E-1109-4A4F-B6BD-8DBD4D78B1F9}" dt="2023-02-23T10:47:00.642" v="95" actId="14100"/>
          <ac:spMkLst>
            <pc:docMk/>
            <pc:sldMk cId="531027773" sldId="282"/>
            <ac:spMk id="2" creationId="{18EDCBF3-D160-146A-0849-C81B6A283E09}"/>
          </ac:spMkLst>
        </pc:spChg>
        <pc:spChg chg="del">
          <ac:chgData name="Peter James" userId="42ed6fb6-03df-44fa-ad94-6bcf829c2de6" providerId="ADAL" clId="{FBDE911E-1109-4A4F-B6BD-8DBD4D78B1F9}" dt="2023-02-20T13:09:30.656" v="50" actId="26606"/>
          <ac:spMkLst>
            <pc:docMk/>
            <pc:sldMk cId="531027773" sldId="282"/>
            <ac:spMk id="14" creationId="{0AF33C27-9C85-4B30-9AD7-879D48AFE4FF}"/>
          </ac:spMkLst>
        </pc:spChg>
        <pc:spChg chg="del">
          <ac:chgData name="Peter James" userId="42ed6fb6-03df-44fa-ad94-6bcf829c2de6" providerId="ADAL" clId="{FBDE911E-1109-4A4F-B6BD-8DBD4D78B1F9}" dt="2023-02-20T13:09:30.656" v="50" actId="26606"/>
          <ac:spMkLst>
            <pc:docMk/>
            <pc:sldMk cId="531027773" sldId="282"/>
            <ac:spMk id="16" creationId="{6D5089DD-882D-4413-B8BF-4798BFD84A98}"/>
          </ac:spMkLst>
        </pc:spChg>
        <pc:spChg chg="add del">
          <ac:chgData name="Peter James" userId="42ed6fb6-03df-44fa-ad94-6bcf829c2de6" providerId="ADAL" clId="{FBDE911E-1109-4A4F-B6BD-8DBD4D78B1F9}" dt="2023-02-20T13:09:44.513" v="52" actId="26606"/>
          <ac:spMkLst>
            <pc:docMk/>
            <pc:sldMk cId="531027773" sldId="282"/>
            <ac:spMk id="21" creationId="{93F0ADB5-A0B4-4B01-A8C4-FDC34CE22BD4}"/>
          </ac:spMkLst>
        </pc:spChg>
        <pc:spChg chg="add del">
          <ac:chgData name="Peter James" userId="42ed6fb6-03df-44fa-ad94-6bcf829c2de6" providerId="ADAL" clId="{FBDE911E-1109-4A4F-B6BD-8DBD4D78B1F9}" dt="2023-02-20T13:09:44.513" v="52" actId="26606"/>
          <ac:spMkLst>
            <pc:docMk/>
            <pc:sldMk cId="531027773" sldId="282"/>
            <ac:spMk id="23" creationId="{AA6D0FDE-0241-4C21-A720-A69475358235}"/>
          </ac:spMkLst>
        </pc:spChg>
        <pc:spChg chg="add">
          <ac:chgData name="Peter James" userId="42ed6fb6-03df-44fa-ad94-6bcf829c2de6" providerId="ADAL" clId="{FBDE911E-1109-4A4F-B6BD-8DBD4D78B1F9}" dt="2023-02-20T13:09:44.513" v="52" actId="26606"/>
          <ac:spMkLst>
            <pc:docMk/>
            <pc:sldMk cId="531027773" sldId="282"/>
            <ac:spMk id="28" creationId="{0AF33C27-9C85-4B30-9AD7-879D48AFE4FF}"/>
          </ac:spMkLst>
        </pc:spChg>
        <pc:spChg chg="add">
          <ac:chgData name="Peter James" userId="42ed6fb6-03df-44fa-ad94-6bcf829c2de6" providerId="ADAL" clId="{FBDE911E-1109-4A4F-B6BD-8DBD4D78B1F9}" dt="2023-02-20T13:09:44.513" v="52" actId="26606"/>
          <ac:spMkLst>
            <pc:docMk/>
            <pc:sldMk cId="531027773" sldId="282"/>
            <ac:spMk id="30" creationId="{6D5089DD-882D-4413-B8BF-4798BFD84A98}"/>
          </ac:spMkLst>
        </pc:spChg>
        <pc:graphicFrameChg chg="mod modGraphic">
          <ac:chgData name="Peter James" userId="42ed6fb6-03df-44fa-ad94-6bcf829c2de6" providerId="ADAL" clId="{FBDE911E-1109-4A4F-B6BD-8DBD4D78B1F9}" dt="2023-02-23T12:17:25.533" v="854" actId="20577"/>
          <ac:graphicFrameMkLst>
            <pc:docMk/>
            <pc:sldMk cId="531027773" sldId="282"/>
            <ac:graphicFrameMk id="9" creationId="{2B66547D-806F-9F68-FB9A-46C1FA0AF1F1}"/>
          </ac:graphicFrameMkLst>
        </pc:graphicFrameChg>
      </pc:sldChg>
      <pc:sldChg chg="modTransition modAnim">
        <pc:chgData name="Peter James" userId="42ed6fb6-03df-44fa-ad94-6bcf829c2de6" providerId="ADAL" clId="{FBDE911E-1109-4A4F-B6BD-8DBD4D78B1F9}" dt="2023-02-23T12:15:58.178" v="834"/>
        <pc:sldMkLst>
          <pc:docMk/>
          <pc:sldMk cId="1062651235" sldId="289"/>
        </pc:sldMkLst>
      </pc:sldChg>
      <pc:sldChg chg="modTransition modAnim">
        <pc:chgData name="Peter James" userId="42ed6fb6-03df-44fa-ad94-6bcf829c2de6" providerId="ADAL" clId="{FBDE911E-1109-4A4F-B6BD-8DBD4D78B1F9}" dt="2023-02-23T12:14:45.119" v="833"/>
        <pc:sldMkLst>
          <pc:docMk/>
          <pc:sldMk cId="4059682682" sldId="296"/>
        </pc:sldMkLst>
      </pc:sldChg>
      <pc:sldChg chg="modSp mod modTransition modAnim">
        <pc:chgData name="Peter James" userId="42ed6fb6-03df-44fa-ad94-6bcf829c2de6" providerId="ADAL" clId="{FBDE911E-1109-4A4F-B6BD-8DBD4D78B1F9}" dt="2023-02-23T12:16:04" v="835"/>
        <pc:sldMkLst>
          <pc:docMk/>
          <pc:sldMk cId="1275412135" sldId="298"/>
        </pc:sldMkLst>
        <pc:spChg chg="mod">
          <ac:chgData name="Peter James" userId="42ed6fb6-03df-44fa-ad94-6bcf829c2de6" providerId="ADAL" clId="{FBDE911E-1109-4A4F-B6BD-8DBD4D78B1F9}" dt="2023-02-23T11:10:27.071" v="268" actId="1076"/>
          <ac:spMkLst>
            <pc:docMk/>
            <pc:sldMk cId="1275412135" sldId="298"/>
            <ac:spMk id="2" creationId="{18EDCBF3-D160-146A-0849-C81B6A283E09}"/>
          </ac:spMkLst>
        </pc:spChg>
        <pc:spChg chg="mod">
          <ac:chgData name="Peter James" userId="42ed6fb6-03df-44fa-ad94-6bcf829c2de6" providerId="ADAL" clId="{FBDE911E-1109-4A4F-B6BD-8DBD4D78B1F9}" dt="2023-02-23T11:09:42.385" v="264" actId="20577"/>
          <ac:spMkLst>
            <pc:docMk/>
            <pc:sldMk cId="1275412135" sldId="298"/>
            <ac:spMk id="4" creationId="{835610E4-24BA-794B-13CC-E7AD96313B36}"/>
          </ac:spMkLst>
        </pc:spChg>
      </pc:sldChg>
      <pc:sldChg chg="modSp mod modTransition modAnim">
        <pc:chgData name="Peter James" userId="42ed6fb6-03df-44fa-ad94-6bcf829c2de6" providerId="ADAL" clId="{FBDE911E-1109-4A4F-B6BD-8DBD4D78B1F9}" dt="2023-02-23T12:16:09.354" v="836"/>
        <pc:sldMkLst>
          <pc:docMk/>
          <pc:sldMk cId="2934959320" sldId="299"/>
        </pc:sldMkLst>
        <pc:spChg chg="mod">
          <ac:chgData name="Peter James" userId="42ed6fb6-03df-44fa-ad94-6bcf829c2de6" providerId="ADAL" clId="{FBDE911E-1109-4A4F-B6BD-8DBD4D78B1F9}" dt="2023-02-20T13:12:59.530" v="55" actId="20577"/>
          <ac:spMkLst>
            <pc:docMk/>
            <pc:sldMk cId="2934959320" sldId="299"/>
            <ac:spMk id="4" creationId="{835610E4-24BA-794B-13CC-E7AD96313B36}"/>
          </ac:spMkLst>
        </pc:spChg>
      </pc:sldChg>
      <pc:sldChg chg="modSp mod modTransition modAnim">
        <pc:chgData name="Peter James" userId="42ed6fb6-03df-44fa-ad94-6bcf829c2de6" providerId="ADAL" clId="{FBDE911E-1109-4A4F-B6BD-8DBD4D78B1F9}" dt="2023-02-23T12:16:15.841" v="837"/>
        <pc:sldMkLst>
          <pc:docMk/>
          <pc:sldMk cId="231026271" sldId="300"/>
        </pc:sldMkLst>
        <pc:spChg chg="mod">
          <ac:chgData name="Peter James" userId="42ed6fb6-03df-44fa-ad94-6bcf829c2de6" providerId="ADAL" clId="{FBDE911E-1109-4A4F-B6BD-8DBD4D78B1F9}" dt="2023-02-20T13:14:29.237" v="57" actId="20577"/>
          <ac:spMkLst>
            <pc:docMk/>
            <pc:sldMk cId="231026271" sldId="300"/>
            <ac:spMk id="4" creationId="{835610E4-24BA-794B-13CC-E7AD96313B36}"/>
          </ac:spMkLst>
        </pc:spChg>
      </pc:sldChg>
      <pc:sldChg chg="modSp modTransition modAnim">
        <pc:chgData name="Peter James" userId="42ed6fb6-03df-44fa-ad94-6bcf829c2de6" providerId="ADAL" clId="{FBDE911E-1109-4A4F-B6BD-8DBD4D78B1F9}" dt="2023-02-23T12:28:09.215" v="882" actId="20577"/>
        <pc:sldMkLst>
          <pc:docMk/>
          <pc:sldMk cId="3283290189" sldId="302"/>
        </pc:sldMkLst>
        <pc:spChg chg="mod">
          <ac:chgData name="Peter James" userId="42ed6fb6-03df-44fa-ad94-6bcf829c2de6" providerId="ADAL" clId="{FBDE911E-1109-4A4F-B6BD-8DBD4D78B1F9}" dt="2023-02-23T12:28:09.215" v="882" actId="20577"/>
          <ac:spMkLst>
            <pc:docMk/>
            <pc:sldMk cId="3283290189" sldId="302"/>
            <ac:spMk id="4" creationId="{835610E4-24BA-794B-13CC-E7AD96313B36}"/>
          </ac:spMkLst>
        </pc:spChg>
      </pc:sldChg>
      <pc:sldChg chg="modTransition modAnim">
        <pc:chgData name="Peter James" userId="42ed6fb6-03df-44fa-ad94-6bcf829c2de6" providerId="ADAL" clId="{FBDE911E-1109-4A4F-B6BD-8DBD4D78B1F9}" dt="2023-02-23T12:18:55.550" v="856"/>
        <pc:sldMkLst>
          <pc:docMk/>
          <pc:sldMk cId="2429606254" sldId="303"/>
        </pc:sldMkLst>
      </pc:sldChg>
      <pc:sldChg chg="modTransition modAnim">
        <pc:chgData name="Peter James" userId="42ed6fb6-03df-44fa-ad94-6bcf829c2de6" providerId="ADAL" clId="{FBDE911E-1109-4A4F-B6BD-8DBD4D78B1F9}" dt="2023-02-23T12:19:00.738" v="857"/>
        <pc:sldMkLst>
          <pc:docMk/>
          <pc:sldMk cId="254755531" sldId="304"/>
        </pc:sldMkLst>
      </pc:sldChg>
      <pc:sldChg chg="modSp mod modTransition">
        <pc:chgData name="Peter James" userId="42ed6fb6-03df-44fa-ad94-6bcf829c2de6" providerId="ADAL" clId="{FBDE911E-1109-4A4F-B6BD-8DBD4D78B1F9}" dt="2023-02-23T12:20:53.893" v="879" actId="6549"/>
        <pc:sldMkLst>
          <pc:docMk/>
          <pc:sldMk cId="3437972461" sldId="305"/>
        </pc:sldMkLst>
        <pc:spChg chg="mod">
          <ac:chgData name="Peter James" userId="42ed6fb6-03df-44fa-ad94-6bcf829c2de6" providerId="ADAL" clId="{FBDE911E-1109-4A4F-B6BD-8DBD4D78B1F9}" dt="2023-02-23T12:20:53.893" v="879" actId="6549"/>
          <ac:spMkLst>
            <pc:docMk/>
            <pc:sldMk cId="3437972461" sldId="305"/>
            <ac:spMk id="4" creationId="{009B25A1-9CB9-1F69-3EEA-929F7DEBC1F6}"/>
          </ac:spMkLst>
        </pc:spChg>
      </pc:sldChg>
      <pc:sldChg chg="addSp delSp modSp new mod modTransition setBg modAnim">
        <pc:chgData name="Peter James" userId="42ed6fb6-03df-44fa-ad94-6bcf829c2de6" providerId="ADAL" clId="{FBDE911E-1109-4A4F-B6BD-8DBD4D78B1F9}" dt="2023-02-23T12:14:18.982" v="829"/>
        <pc:sldMkLst>
          <pc:docMk/>
          <pc:sldMk cId="1357802719" sldId="306"/>
        </pc:sldMkLst>
        <pc:spChg chg="mod">
          <ac:chgData name="Peter James" userId="42ed6fb6-03df-44fa-ad94-6bcf829c2de6" providerId="ADAL" clId="{FBDE911E-1109-4A4F-B6BD-8DBD4D78B1F9}" dt="2023-02-23T12:12:55.634" v="822" actId="1076"/>
          <ac:spMkLst>
            <pc:docMk/>
            <pc:sldMk cId="1357802719" sldId="306"/>
            <ac:spMk id="2" creationId="{23F0B4AB-4B17-6556-2B39-DE4BDA811139}"/>
          </ac:spMkLst>
        </pc:spChg>
        <pc:spChg chg="del">
          <ac:chgData name="Peter James" userId="42ed6fb6-03df-44fa-ad94-6bcf829c2de6" providerId="ADAL" clId="{FBDE911E-1109-4A4F-B6BD-8DBD4D78B1F9}" dt="2023-02-20T13:06:00.142" v="12" actId="931"/>
          <ac:spMkLst>
            <pc:docMk/>
            <pc:sldMk cId="1357802719" sldId="306"/>
            <ac:spMk id="3" creationId="{193BF9BB-AA34-2A72-CB0E-7375A14F56DB}"/>
          </ac:spMkLst>
        </pc:spChg>
        <pc:spChg chg="add del">
          <ac:chgData name="Peter James" userId="42ed6fb6-03df-44fa-ad94-6bcf829c2de6" providerId="ADAL" clId="{FBDE911E-1109-4A4F-B6BD-8DBD4D78B1F9}" dt="2023-02-20T13:07:45.414" v="24" actId="26606"/>
          <ac:spMkLst>
            <pc:docMk/>
            <pc:sldMk cId="1357802719" sldId="306"/>
            <ac:spMk id="10" creationId="{D4B75F64-C49C-EC92-45BE-FD13DAA7D356}"/>
          </ac:spMkLst>
        </pc:spChg>
        <pc:spChg chg="add del">
          <ac:chgData name="Peter James" userId="42ed6fb6-03df-44fa-ad94-6bcf829c2de6" providerId="ADAL" clId="{FBDE911E-1109-4A4F-B6BD-8DBD4D78B1F9}" dt="2023-02-20T13:07:42.124" v="22" actId="26606"/>
          <ac:spMkLst>
            <pc:docMk/>
            <pc:sldMk cId="1357802719" sldId="306"/>
            <ac:spMk id="11" creationId="{E9F26AF7-9AC1-49A4-8F89-2C63E1C0A0BB}"/>
          </ac:spMkLst>
        </pc:spChg>
        <pc:spChg chg="add del">
          <ac:chgData name="Peter James" userId="42ed6fb6-03df-44fa-ad94-6bcf829c2de6" providerId="ADAL" clId="{FBDE911E-1109-4A4F-B6BD-8DBD4D78B1F9}" dt="2023-02-20T13:07:50.304" v="26" actId="26606"/>
          <ac:spMkLst>
            <pc:docMk/>
            <pc:sldMk cId="1357802719" sldId="306"/>
            <ac:spMk id="12" creationId="{A2C9DAB2-7F91-B8A6-9B57-36A6C8EDF03F}"/>
          </ac:spMkLst>
        </pc:spChg>
        <pc:spChg chg="add del">
          <ac:chgData name="Peter James" userId="42ed6fb6-03df-44fa-ad94-6bcf829c2de6" providerId="ADAL" clId="{FBDE911E-1109-4A4F-B6BD-8DBD4D78B1F9}" dt="2023-02-20T13:07:50.304" v="26" actId="26606"/>
          <ac:spMkLst>
            <pc:docMk/>
            <pc:sldMk cId="1357802719" sldId="306"/>
            <ac:spMk id="13" creationId="{0E137481-C7E7-4BBB-8AF9-0C3357C2E819}"/>
          </ac:spMkLst>
        </pc:spChg>
        <pc:spChg chg="add del">
          <ac:chgData name="Peter James" userId="42ed6fb6-03df-44fa-ad94-6bcf829c2de6" providerId="ADAL" clId="{FBDE911E-1109-4A4F-B6BD-8DBD4D78B1F9}" dt="2023-02-20T13:07:50.304" v="26" actId="26606"/>
          <ac:spMkLst>
            <pc:docMk/>
            <pc:sldMk cId="1357802719" sldId="306"/>
            <ac:spMk id="15" creationId="{CBF3B515-F5AC-4297-8486-8FFBA4DE8AC7}"/>
          </ac:spMkLst>
        </pc:spChg>
        <pc:spChg chg="add del">
          <ac:chgData name="Peter James" userId="42ed6fb6-03df-44fa-ad94-6bcf829c2de6" providerId="ADAL" clId="{FBDE911E-1109-4A4F-B6BD-8DBD4D78B1F9}" dt="2023-02-20T13:07:50.304" v="26" actId="26606"/>
          <ac:spMkLst>
            <pc:docMk/>
            <pc:sldMk cId="1357802719" sldId="306"/>
            <ac:spMk id="17" creationId="{4258A091-499F-4524-83A8-6EF1DFDD8CE0}"/>
          </ac:spMkLst>
        </pc:spChg>
        <pc:spChg chg="add del">
          <ac:chgData name="Peter James" userId="42ed6fb6-03df-44fa-ad94-6bcf829c2de6" providerId="ADAL" clId="{FBDE911E-1109-4A4F-B6BD-8DBD4D78B1F9}" dt="2023-02-20T13:07:50.304" v="26" actId="26606"/>
          <ac:spMkLst>
            <pc:docMk/>
            <pc:sldMk cId="1357802719" sldId="306"/>
            <ac:spMk id="19" creationId="{DD0E6BAC-4F73-4603-946D-8EBF2F787939}"/>
          </ac:spMkLst>
        </pc:spChg>
        <pc:spChg chg="add del">
          <ac:chgData name="Peter James" userId="42ed6fb6-03df-44fa-ad94-6bcf829c2de6" providerId="ADAL" clId="{FBDE911E-1109-4A4F-B6BD-8DBD4D78B1F9}" dt="2023-02-20T13:07:50.304" v="26" actId="26606"/>
          <ac:spMkLst>
            <pc:docMk/>
            <pc:sldMk cId="1357802719" sldId="306"/>
            <ac:spMk id="21" creationId="{D3DFD3CD-1838-4759-BAF0-558A2C71E09A}"/>
          </ac:spMkLst>
        </pc:spChg>
        <pc:spChg chg="add del">
          <ac:chgData name="Peter James" userId="42ed6fb6-03df-44fa-ad94-6bcf829c2de6" providerId="ADAL" clId="{FBDE911E-1109-4A4F-B6BD-8DBD4D78B1F9}" dt="2023-02-20T13:07:56.213" v="28" actId="26606"/>
          <ac:spMkLst>
            <pc:docMk/>
            <pc:sldMk cId="1357802719" sldId="306"/>
            <ac:spMk id="23" creationId="{012C5A14-1953-477D-BF65-FC0358753CC5}"/>
          </ac:spMkLst>
        </pc:spChg>
        <pc:spChg chg="add del">
          <ac:chgData name="Peter James" userId="42ed6fb6-03df-44fa-ad94-6bcf829c2de6" providerId="ADAL" clId="{FBDE911E-1109-4A4F-B6BD-8DBD4D78B1F9}" dt="2023-02-20T13:07:56.213" v="28" actId="26606"/>
          <ac:spMkLst>
            <pc:docMk/>
            <pc:sldMk cId="1357802719" sldId="306"/>
            <ac:spMk id="24" creationId="{1B3B02C1-D6A5-4FA5-A35E-210AF310F64E}"/>
          </ac:spMkLst>
        </pc:spChg>
        <pc:spChg chg="add del">
          <ac:chgData name="Peter James" userId="42ed6fb6-03df-44fa-ad94-6bcf829c2de6" providerId="ADAL" clId="{FBDE911E-1109-4A4F-B6BD-8DBD4D78B1F9}" dt="2023-02-20T13:07:56.213" v="28" actId="26606"/>
          <ac:spMkLst>
            <pc:docMk/>
            <pc:sldMk cId="1357802719" sldId="306"/>
            <ac:spMk id="25" creationId="{4BC684D5-3BE6-4567-A7F4-8FAC8B548F1B}"/>
          </ac:spMkLst>
        </pc:spChg>
        <pc:spChg chg="add del">
          <ac:chgData name="Peter James" userId="42ed6fb6-03df-44fa-ad94-6bcf829c2de6" providerId="ADAL" clId="{FBDE911E-1109-4A4F-B6BD-8DBD4D78B1F9}" dt="2023-02-23T12:07:38.947" v="774" actId="26606"/>
          <ac:spMkLst>
            <pc:docMk/>
            <pc:sldMk cId="1357802719" sldId="306"/>
            <ac:spMk id="27" creationId="{1660E788-AFA9-4A1B-9991-6AA74632A15B}"/>
          </ac:spMkLst>
        </pc:spChg>
        <pc:spChg chg="add del">
          <ac:chgData name="Peter James" userId="42ed6fb6-03df-44fa-ad94-6bcf829c2de6" providerId="ADAL" clId="{FBDE911E-1109-4A4F-B6BD-8DBD4D78B1F9}" dt="2023-02-23T12:07:38.947" v="774" actId="26606"/>
          <ac:spMkLst>
            <pc:docMk/>
            <pc:sldMk cId="1357802719" sldId="306"/>
            <ac:spMk id="28" creationId="{867D4867-5BA7-4462-B2F6-A23F4A622AA7}"/>
          </ac:spMkLst>
        </pc:spChg>
        <pc:spChg chg="add del mod">
          <ac:chgData name="Peter James" userId="42ed6fb6-03df-44fa-ad94-6bcf829c2de6" providerId="ADAL" clId="{FBDE911E-1109-4A4F-B6BD-8DBD4D78B1F9}" dt="2023-02-23T12:07:03.616" v="763" actId="931"/>
          <ac:spMkLst>
            <pc:docMk/>
            <pc:sldMk cId="1357802719" sldId="306"/>
            <ac:spMk id="29" creationId="{A017C3A9-203A-02DD-4909-6E8DC235B59E}"/>
          </ac:spMkLst>
        </pc:spChg>
        <pc:spChg chg="add del">
          <ac:chgData name="Peter James" userId="42ed6fb6-03df-44fa-ad94-6bcf829c2de6" providerId="ADAL" clId="{FBDE911E-1109-4A4F-B6BD-8DBD4D78B1F9}" dt="2023-02-23T12:07:28.228" v="769" actId="26606"/>
          <ac:spMkLst>
            <pc:docMk/>
            <pc:sldMk cId="1357802719" sldId="306"/>
            <ac:spMk id="32" creationId="{A8BB9AC0-593E-1B08-05B1-1AD2B5004048}"/>
          </ac:spMkLst>
        </pc:spChg>
        <pc:spChg chg="add del">
          <ac:chgData name="Peter James" userId="42ed6fb6-03df-44fa-ad94-6bcf829c2de6" providerId="ADAL" clId="{FBDE911E-1109-4A4F-B6BD-8DBD4D78B1F9}" dt="2023-02-23T12:12:30.632" v="817" actId="26606"/>
          <ac:spMkLst>
            <pc:docMk/>
            <pc:sldMk cId="1357802719" sldId="306"/>
            <ac:spMk id="33" creationId="{2422CDA3-8219-4ADB-92BC-E3E25698E24D}"/>
          </ac:spMkLst>
        </pc:spChg>
        <pc:spChg chg="add del">
          <ac:chgData name="Peter James" userId="42ed6fb6-03df-44fa-ad94-6bcf829c2de6" providerId="ADAL" clId="{FBDE911E-1109-4A4F-B6BD-8DBD4D78B1F9}" dt="2023-02-23T12:07:33.289" v="771" actId="26606"/>
          <ac:spMkLst>
            <pc:docMk/>
            <pc:sldMk cId="1357802719" sldId="306"/>
            <ac:spMk id="34" creationId="{E0437085-FC38-D46E-2D68-EB5D97B39E15}"/>
          </ac:spMkLst>
        </pc:spChg>
        <pc:spChg chg="add del">
          <ac:chgData name="Peter James" userId="42ed6fb6-03df-44fa-ad94-6bcf829c2de6" providerId="ADAL" clId="{FBDE911E-1109-4A4F-B6BD-8DBD4D78B1F9}" dt="2023-02-23T12:07:33.289" v="771" actId="26606"/>
          <ac:spMkLst>
            <pc:docMk/>
            <pc:sldMk cId="1357802719" sldId="306"/>
            <ac:spMk id="35" creationId="{930BC020-BDBF-49EB-9898-BAB5BF559317}"/>
          </ac:spMkLst>
        </pc:spChg>
        <pc:spChg chg="add del">
          <ac:chgData name="Peter James" userId="42ed6fb6-03df-44fa-ad94-6bcf829c2de6" providerId="ADAL" clId="{FBDE911E-1109-4A4F-B6BD-8DBD4D78B1F9}" dt="2023-02-23T12:07:33.289" v="771" actId="26606"/>
          <ac:spMkLst>
            <pc:docMk/>
            <pc:sldMk cId="1357802719" sldId="306"/>
            <ac:spMk id="37" creationId="{64950C64-5D81-40F1-9601-8BA0D63BAE74}"/>
          </ac:spMkLst>
        </pc:spChg>
        <pc:spChg chg="add del">
          <ac:chgData name="Peter James" userId="42ed6fb6-03df-44fa-ad94-6bcf829c2de6" providerId="ADAL" clId="{FBDE911E-1109-4A4F-B6BD-8DBD4D78B1F9}" dt="2023-02-23T12:07:38.939" v="773" actId="26606"/>
          <ac:spMkLst>
            <pc:docMk/>
            <pc:sldMk cId="1357802719" sldId="306"/>
            <ac:spMk id="39" creationId="{57E7EF7D-A731-9C2D-1112-C131DDC750E2}"/>
          </ac:spMkLst>
        </pc:spChg>
        <pc:spChg chg="add del">
          <ac:chgData name="Peter James" userId="42ed6fb6-03df-44fa-ad94-6bcf829c2de6" providerId="ADAL" clId="{FBDE911E-1109-4A4F-B6BD-8DBD4D78B1F9}" dt="2023-02-23T12:12:30.632" v="817" actId="26606"/>
          <ac:spMkLst>
            <pc:docMk/>
            <pc:sldMk cId="1357802719" sldId="306"/>
            <ac:spMk id="41" creationId="{DF1A51AC-568B-4EAB-896D-CB8473F81920}"/>
          </ac:spMkLst>
        </pc:spChg>
        <pc:spChg chg="add del">
          <ac:chgData name="Peter James" userId="42ed6fb6-03df-44fa-ad94-6bcf829c2de6" providerId="ADAL" clId="{FBDE911E-1109-4A4F-B6BD-8DBD4D78B1F9}" dt="2023-02-23T12:12:30.632" v="817" actId="26606"/>
          <ac:spMkLst>
            <pc:docMk/>
            <pc:sldMk cId="1357802719" sldId="306"/>
            <ac:spMk id="42" creationId="{1B45EF2C-00E0-481F-BF9E-C929186587CD}"/>
          </ac:spMkLst>
        </pc:spChg>
        <pc:spChg chg="add del">
          <ac:chgData name="Peter James" userId="42ed6fb6-03df-44fa-ad94-6bcf829c2de6" providerId="ADAL" clId="{FBDE911E-1109-4A4F-B6BD-8DBD4D78B1F9}" dt="2023-02-23T12:12:30.632" v="817" actId="26606"/>
          <ac:spMkLst>
            <pc:docMk/>
            <pc:sldMk cId="1357802719" sldId="306"/>
            <ac:spMk id="43" creationId="{B03AA5C9-EF67-4DCC-B5CF-1FE180913FA2}"/>
          </ac:spMkLst>
        </pc:spChg>
        <pc:spChg chg="add del">
          <ac:chgData name="Peter James" userId="42ed6fb6-03df-44fa-ad94-6bcf829c2de6" providerId="ADAL" clId="{FBDE911E-1109-4A4F-B6BD-8DBD4D78B1F9}" dt="2023-02-23T12:12:23.898" v="812" actId="26606"/>
          <ac:spMkLst>
            <pc:docMk/>
            <pc:sldMk cId="1357802719" sldId="306"/>
            <ac:spMk id="47" creationId="{42FF65D0-A164-D181-EAA2-D0554E1A081C}"/>
          </ac:spMkLst>
        </pc:spChg>
        <pc:spChg chg="add del">
          <ac:chgData name="Peter James" userId="42ed6fb6-03df-44fa-ad94-6bcf829c2de6" providerId="ADAL" clId="{FBDE911E-1109-4A4F-B6BD-8DBD4D78B1F9}" dt="2023-02-23T12:12:27.761" v="814" actId="26606"/>
          <ac:spMkLst>
            <pc:docMk/>
            <pc:sldMk cId="1357802719" sldId="306"/>
            <ac:spMk id="49" creationId="{C94AF4BE-0CAE-C480-73C6-A64CF23C94E1}"/>
          </ac:spMkLst>
        </pc:spChg>
        <pc:spChg chg="add del">
          <ac:chgData name="Peter James" userId="42ed6fb6-03df-44fa-ad94-6bcf829c2de6" providerId="ADAL" clId="{FBDE911E-1109-4A4F-B6BD-8DBD4D78B1F9}" dt="2023-02-23T12:12:30.625" v="816" actId="26606"/>
          <ac:spMkLst>
            <pc:docMk/>
            <pc:sldMk cId="1357802719" sldId="306"/>
            <ac:spMk id="50" creationId="{8E1D4842-F208-47E0-A3A4-6469A9F04595}"/>
          </ac:spMkLst>
        </pc:spChg>
        <pc:spChg chg="add del">
          <ac:chgData name="Peter James" userId="42ed6fb6-03df-44fa-ad94-6bcf829c2de6" providerId="ADAL" clId="{FBDE911E-1109-4A4F-B6BD-8DBD4D78B1F9}" dt="2023-02-23T12:12:30.625" v="816" actId="26606"/>
          <ac:spMkLst>
            <pc:docMk/>
            <pc:sldMk cId="1357802719" sldId="306"/>
            <ac:spMk id="51" creationId="{37146859-5567-8C2C-B8E5-8E1D5158EF64}"/>
          </ac:spMkLst>
        </pc:spChg>
        <pc:spChg chg="add">
          <ac:chgData name="Peter James" userId="42ed6fb6-03df-44fa-ad94-6bcf829c2de6" providerId="ADAL" clId="{FBDE911E-1109-4A4F-B6BD-8DBD4D78B1F9}" dt="2023-02-23T12:12:30.632" v="817" actId="26606"/>
          <ac:spMkLst>
            <pc:docMk/>
            <pc:sldMk cId="1357802719" sldId="306"/>
            <ac:spMk id="52" creationId="{D6F5097A-7FDC-4B43-A2E4-FC428D8AC48A}"/>
          </ac:spMkLst>
        </pc:spChg>
        <pc:spChg chg="add">
          <ac:chgData name="Peter James" userId="42ed6fb6-03df-44fa-ad94-6bcf829c2de6" providerId="ADAL" clId="{FBDE911E-1109-4A4F-B6BD-8DBD4D78B1F9}" dt="2023-02-23T12:12:30.632" v="817" actId="26606"/>
          <ac:spMkLst>
            <pc:docMk/>
            <pc:sldMk cId="1357802719" sldId="306"/>
            <ac:spMk id="53" creationId="{BF8EF676-4603-4796-AE25-423133B2376F}"/>
          </ac:spMkLst>
        </pc:spChg>
        <pc:spChg chg="add">
          <ac:chgData name="Peter James" userId="42ed6fb6-03df-44fa-ad94-6bcf829c2de6" providerId="ADAL" clId="{FBDE911E-1109-4A4F-B6BD-8DBD4D78B1F9}" dt="2023-02-23T12:12:30.632" v="817" actId="26606"/>
          <ac:spMkLst>
            <pc:docMk/>
            <pc:sldMk cId="1357802719" sldId="306"/>
            <ac:spMk id="54" creationId="{8BB17DCE-94D1-4510-95BB-E4F639C9284D}"/>
          </ac:spMkLst>
        </pc:spChg>
        <pc:spChg chg="add del">
          <ac:chgData name="Peter James" userId="42ed6fb6-03df-44fa-ad94-6bcf829c2de6" providerId="ADAL" clId="{FBDE911E-1109-4A4F-B6BD-8DBD4D78B1F9}" dt="2023-02-23T12:12:52.332" v="821" actId="478"/>
          <ac:spMkLst>
            <pc:docMk/>
            <pc:sldMk cId="1357802719" sldId="306"/>
            <ac:spMk id="55" creationId="{BC804356-4032-4527-80E9-EE4DF12D1B9C}"/>
          </ac:spMkLst>
        </pc:spChg>
        <pc:picChg chg="add mod ord">
          <ac:chgData name="Peter James" userId="42ed6fb6-03df-44fa-ad94-6bcf829c2de6" providerId="ADAL" clId="{FBDE911E-1109-4A4F-B6BD-8DBD4D78B1F9}" dt="2023-02-23T12:12:40.874" v="819" actId="1076"/>
          <ac:picMkLst>
            <pc:docMk/>
            <pc:sldMk cId="1357802719" sldId="306"/>
            <ac:picMk id="4" creationId="{072CBDF0-AF67-2176-E838-DE71BCA67C51}"/>
          </ac:picMkLst>
        </pc:picChg>
        <pc:picChg chg="add del mod ord modCrop">
          <ac:chgData name="Peter James" userId="42ed6fb6-03df-44fa-ad94-6bcf829c2de6" providerId="ADAL" clId="{FBDE911E-1109-4A4F-B6BD-8DBD4D78B1F9}" dt="2023-02-23T12:03:10.484" v="761" actId="478"/>
          <ac:picMkLst>
            <pc:docMk/>
            <pc:sldMk cId="1357802719" sldId="306"/>
            <ac:picMk id="5" creationId="{1E8DD753-F1D0-8295-4E72-AA939E71DDC2}"/>
          </ac:picMkLst>
        </pc:picChg>
        <pc:picChg chg="add del mod modCrop">
          <ac:chgData name="Peter James" userId="42ed6fb6-03df-44fa-ad94-6bcf829c2de6" providerId="ADAL" clId="{FBDE911E-1109-4A4F-B6BD-8DBD4D78B1F9}" dt="2023-02-23T12:03:12.210" v="762" actId="478"/>
          <ac:picMkLst>
            <pc:docMk/>
            <pc:sldMk cId="1357802719" sldId="306"/>
            <ac:picMk id="6" creationId="{91CF30C2-FE87-9E9E-91C2-DB850064E520}"/>
          </ac:picMkLst>
        </pc:picChg>
        <pc:picChg chg="add mod">
          <ac:chgData name="Peter James" userId="42ed6fb6-03df-44fa-ad94-6bcf829c2de6" providerId="ADAL" clId="{FBDE911E-1109-4A4F-B6BD-8DBD4D78B1F9}" dt="2023-02-23T12:12:45.058" v="820" actId="1076"/>
          <ac:picMkLst>
            <pc:docMk/>
            <pc:sldMk cId="1357802719" sldId="306"/>
            <ac:picMk id="8" creationId="{E3B83ACD-9E2E-9EA5-7DD4-8A94B3018D3B}"/>
          </ac:picMkLst>
        </pc:picChg>
      </pc:sldChg>
      <pc:sldChg chg="addSp delSp modSp add mod modAnim">
        <pc:chgData name="Peter James" userId="42ed6fb6-03df-44fa-ad94-6bcf829c2de6" providerId="ADAL" clId="{FBDE911E-1109-4A4F-B6BD-8DBD4D78B1F9}" dt="2023-02-23T12:20:27.166" v="864"/>
        <pc:sldMkLst>
          <pc:docMk/>
          <pc:sldMk cId="2912970235" sldId="307"/>
        </pc:sldMkLst>
        <pc:spChg chg="mod">
          <ac:chgData name="Peter James" userId="42ed6fb6-03df-44fa-ad94-6bcf829c2de6" providerId="ADAL" clId="{FBDE911E-1109-4A4F-B6BD-8DBD4D78B1F9}" dt="2023-02-23T11:26:33.188" v="742" actId="20577"/>
          <ac:spMkLst>
            <pc:docMk/>
            <pc:sldMk cId="2912970235" sldId="307"/>
            <ac:spMk id="2" creationId="{839375BC-F259-2B86-D464-2EF2E4D75C7C}"/>
          </ac:spMkLst>
        </pc:spChg>
        <pc:spChg chg="add mod">
          <ac:chgData name="Peter James" userId="42ed6fb6-03df-44fa-ad94-6bcf829c2de6" providerId="ADAL" clId="{FBDE911E-1109-4A4F-B6BD-8DBD4D78B1F9}" dt="2023-02-23T11:26:59.333" v="744" actId="403"/>
          <ac:spMkLst>
            <pc:docMk/>
            <pc:sldMk cId="2912970235" sldId="307"/>
            <ac:spMk id="5" creationId="{EE1833CB-01F0-563A-4170-5203AE45A8E5}"/>
          </ac:spMkLst>
        </pc:spChg>
        <pc:picChg chg="del">
          <ac:chgData name="Peter James" userId="42ed6fb6-03df-44fa-ad94-6bcf829c2de6" providerId="ADAL" clId="{FBDE911E-1109-4A4F-B6BD-8DBD4D78B1F9}" dt="2023-02-23T11:21:13.917" v="333" actId="478"/>
          <ac:picMkLst>
            <pc:docMk/>
            <pc:sldMk cId="2912970235" sldId="307"/>
            <ac:picMk id="4" creationId="{202B110D-6644-6145-FC81-E25496C22138}"/>
          </ac:picMkLst>
        </pc:picChg>
      </pc:sldChg>
      <pc:sldChg chg="modSp new del mod">
        <pc:chgData name="Peter James" userId="42ed6fb6-03df-44fa-ad94-6bcf829c2de6" providerId="ADAL" clId="{FBDE911E-1109-4A4F-B6BD-8DBD4D78B1F9}" dt="2023-02-23T10:51:59.392" v="166" actId="47"/>
        <pc:sldMkLst>
          <pc:docMk/>
          <pc:sldMk cId="3797999156" sldId="307"/>
        </pc:sldMkLst>
        <pc:spChg chg="mod">
          <ac:chgData name="Peter James" userId="42ed6fb6-03df-44fa-ad94-6bcf829c2de6" providerId="ADAL" clId="{FBDE911E-1109-4A4F-B6BD-8DBD4D78B1F9}" dt="2023-02-23T10:49:59.388" v="158" actId="20577"/>
          <ac:spMkLst>
            <pc:docMk/>
            <pc:sldMk cId="3797999156" sldId="307"/>
            <ac:spMk id="2" creationId="{F10E8221-1D34-408E-D968-1E361F33A6BD}"/>
          </ac:spMkLst>
        </pc:spChg>
        <pc:spChg chg="mod">
          <ac:chgData name="Peter James" userId="42ed6fb6-03df-44fa-ad94-6bcf829c2de6" providerId="ADAL" clId="{FBDE911E-1109-4A4F-B6BD-8DBD4D78B1F9}" dt="2023-02-23T10:50:04.441" v="165" actId="5793"/>
          <ac:spMkLst>
            <pc:docMk/>
            <pc:sldMk cId="3797999156" sldId="307"/>
            <ac:spMk id="3" creationId="{41FA8854-2BBF-3CF1-7D4D-07E7D2121D2E}"/>
          </ac:spMkLst>
        </pc:spChg>
      </pc:sldChg>
      <pc:sldMasterChg chg="modTransition modSldLayout">
        <pc:chgData name="Peter James" userId="42ed6fb6-03df-44fa-ad94-6bcf829c2de6" providerId="ADAL" clId="{FBDE911E-1109-4A4F-B6BD-8DBD4D78B1F9}" dt="2023-02-23T10:41:24.460" v="59"/>
        <pc:sldMasterMkLst>
          <pc:docMk/>
          <pc:sldMasterMk cId="4112676205" sldId="2147483696"/>
        </pc:sldMasterMkLst>
        <pc:sldLayoutChg chg="modTransition">
          <pc:chgData name="Peter James" userId="42ed6fb6-03df-44fa-ad94-6bcf829c2de6" providerId="ADAL" clId="{FBDE911E-1109-4A4F-B6BD-8DBD4D78B1F9}" dt="2023-02-23T10:41:24.460" v="59"/>
          <pc:sldLayoutMkLst>
            <pc:docMk/>
            <pc:sldMasterMk cId="4112676205" sldId="2147483696"/>
            <pc:sldLayoutMk cId="2001133173" sldId="2147483697"/>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1613924597" sldId="2147483698"/>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2454609794" sldId="2147483699"/>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665418867" sldId="2147483700"/>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4205167047" sldId="2147483701"/>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1982653690" sldId="2147483702"/>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2721337590" sldId="2147483703"/>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1671697665" sldId="2147483704"/>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1781396191" sldId="2147483705"/>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3262284810" sldId="2147483706"/>
          </pc:sldLayoutMkLst>
        </pc:sldLayoutChg>
        <pc:sldLayoutChg chg="modTransition">
          <pc:chgData name="Peter James" userId="42ed6fb6-03df-44fa-ad94-6bcf829c2de6" providerId="ADAL" clId="{FBDE911E-1109-4A4F-B6BD-8DBD4D78B1F9}" dt="2023-02-23T10:41:24.460" v="59"/>
          <pc:sldLayoutMkLst>
            <pc:docMk/>
            <pc:sldMasterMk cId="4112676205" sldId="2147483696"/>
            <pc:sldLayoutMk cId="1327736847" sldId="2147483707"/>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F01636-E772-49F4-8FE7-969B7D5CC9F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FC6BC27-DFCC-43D6-BA32-2A0545220236}">
      <dgm:prSet custT="1"/>
      <dgm:spPr/>
      <dgm:t>
        <a:bodyPr/>
        <a:lstStyle/>
        <a:p>
          <a:pPr>
            <a:lnSpc>
              <a:spcPct val="100000"/>
            </a:lnSpc>
          </a:pPr>
          <a:r>
            <a:rPr lang="en-GB" sz="1400" dirty="0"/>
            <a:t>Empathy is the ability to emotionally understand what other people feel, see things from their point of view, and imagine yourself in their place. Essentially, it is putting yourself in someone else's position and feeling what they are feeling. </a:t>
          </a:r>
          <a:r>
            <a:rPr lang="en-GB" sz="1050" dirty="0"/>
            <a:t>verywellmind.com</a:t>
          </a:r>
          <a:endParaRPr lang="en-US" sz="1400" dirty="0"/>
        </a:p>
      </dgm:t>
    </dgm:pt>
    <dgm:pt modelId="{74DF05FB-7F89-451D-87A6-937A37E194B5}" type="parTrans" cxnId="{BC0C8A91-467C-49C7-AAAC-BE1D2612E885}">
      <dgm:prSet/>
      <dgm:spPr/>
      <dgm:t>
        <a:bodyPr/>
        <a:lstStyle/>
        <a:p>
          <a:endParaRPr lang="en-US"/>
        </a:p>
      </dgm:t>
    </dgm:pt>
    <dgm:pt modelId="{F9F7D389-2F2C-48C3-A8DE-94D53352C8A8}" type="sibTrans" cxnId="{BC0C8A91-467C-49C7-AAAC-BE1D2612E885}">
      <dgm:prSet/>
      <dgm:spPr/>
      <dgm:t>
        <a:bodyPr/>
        <a:lstStyle/>
        <a:p>
          <a:endParaRPr lang="en-US"/>
        </a:p>
      </dgm:t>
    </dgm:pt>
    <dgm:pt modelId="{6C567417-51A1-4D7F-B5F1-7BE6F9014B1D}">
      <dgm:prSet custT="1"/>
      <dgm:spPr/>
      <dgm:t>
        <a:bodyPr/>
        <a:lstStyle/>
        <a:p>
          <a:pPr>
            <a:lnSpc>
              <a:spcPct val="100000"/>
            </a:lnSpc>
          </a:pPr>
          <a:r>
            <a:rPr lang="en-GB" sz="1400" b="0" i="0" dirty="0"/>
            <a:t>“It is the action of understanding, being aware of, being sensitive to, and vicariously experiencing the feelings, thoughts, and experience of another.“ </a:t>
          </a:r>
        </a:p>
        <a:p>
          <a:pPr>
            <a:lnSpc>
              <a:spcPct val="100000"/>
            </a:lnSpc>
          </a:pPr>
          <a:r>
            <a:rPr lang="en-GB" sz="1050" b="0" i="0" dirty="0"/>
            <a:t>Merriam-Webster</a:t>
          </a:r>
          <a:endParaRPr lang="en-US" sz="1400" dirty="0"/>
        </a:p>
      </dgm:t>
    </dgm:pt>
    <dgm:pt modelId="{FE9CABB6-82D3-4E57-96BF-E56DB024A03C}" type="parTrans" cxnId="{5B02E2EC-5067-402E-898D-4631CE241B6B}">
      <dgm:prSet/>
      <dgm:spPr/>
      <dgm:t>
        <a:bodyPr/>
        <a:lstStyle/>
        <a:p>
          <a:endParaRPr lang="en-US"/>
        </a:p>
      </dgm:t>
    </dgm:pt>
    <dgm:pt modelId="{7204D215-E6BD-4C4C-B747-C3298246EE8F}" type="sibTrans" cxnId="{5B02E2EC-5067-402E-898D-4631CE241B6B}">
      <dgm:prSet/>
      <dgm:spPr/>
      <dgm:t>
        <a:bodyPr/>
        <a:lstStyle/>
        <a:p>
          <a:endParaRPr lang="en-US"/>
        </a:p>
      </dgm:t>
    </dgm:pt>
    <dgm:pt modelId="{625372F8-7336-4148-BB60-2D2568220EAF}" type="pres">
      <dgm:prSet presAssocID="{AEF01636-E772-49F4-8FE7-969B7D5CC9F8}" presName="root" presStyleCnt="0">
        <dgm:presLayoutVars>
          <dgm:dir/>
          <dgm:resizeHandles val="exact"/>
        </dgm:presLayoutVars>
      </dgm:prSet>
      <dgm:spPr/>
    </dgm:pt>
    <dgm:pt modelId="{422CFC55-2F27-43A8-B88D-03370DABF319}" type="pres">
      <dgm:prSet presAssocID="{7FC6BC27-DFCC-43D6-BA32-2A0545220236}" presName="compNode" presStyleCnt="0"/>
      <dgm:spPr/>
    </dgm:pt>
    <dgm:pt modelId="{D8D170CB-B1DC-4F8B-8887-B3367C9818BD}" type="pres">
      <dgm:prSet presAssocID="{7FC6BC27-DFCC-43D6-BA32-2A0545220236}" presName="bgRect" presStyleLbl="bgShp" presStyleIdx="0" presStyleCnt="2"/>
      <dgm:spPr/>
    </dgm:pt>
    <dgm:pt modelId="{0CC95E8B-CE24-42E8-96F0-EB5228B54598}" type="pres">
      <dgm:prSet presAssocID="{7FC6BC27-DFCC-43D6-BA32-2A054522023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rvous Face with Solid Fill"/>
        </a:ext>
      </dgm:extLst>
    </dgm:pt>
    <dgm:pt modelId="{E0D48214-0CBF-4CE8-B45E-7E7F72C01FCE}" type="pres">
      <dgm:prSet presAssocID="{7FC6BC27-DFCC-43D6-BA32-2A0545220236}" presName="spaceRect" presStyleCnt="0"/>
      <dgm:spPr/>
    </dgm:pt>
    <dgm:pt modelId="{BC819D58-7745-4086-AC32-8D4F18301CB9}" type="pres">
      <dgm:prSet presAssocID="{7FC6BC27-DFCC-43D6-BA32-2A0545220236}" presName="parTx" presStyleLbl="revTx" presStyleIdx="0" presStyleCnt="2">
        <dgm:presLayoutVars>
          <dgm:chMax val="0"/>
          <dgm:chPref val="0"/>
        </dgm:presLayoutVars>
      </dgm:prSet>
      <dgm:spPr/>
    </dgm:pt>
    <dgm:pt modelId="{E0EE9BEA-9574-44D7-9D92-FC6CDCC5D210}" type="pres">
      <dgm:prSet presAssocID="{F9F7D389-2F2C-48C3-A8DE-94D53352C8A8}" presName="sibTrans" presStyleCnt="0"/>
      <dgm:spPr/>
    </dgm:pt>
    <dgm:pt modelId="{BB3BFC5C-C2DD-4D3E-BBA5-C9A9B4AC3D5F}" type="pres">
      <dgm:prSet presAssocID="{6C567417-51A1-4D7F-B5F1-7BE6F9014B1D}" presName="compNode" presStyleCnt="0"/>
      <dgm:spPr/>
    </dgm:pt>
    <dgm:pt modelId="{6B35AEBE-5772-4141-84EE-C57C9052896E}" type="pres">
      <dgm:prSet presAssocID="{6C567417-51A1-4D7F-B5F1-7BE6F9014B1D}" presName="bgRect" presStyleLbl="bgShp" presStyleIdx="1" presStyleCnt="2"/>
      <dgm:spPr/>
    </dgm:pt>
    <dgm:pt modelId="{9EB4B293-6765-4072-B299-6663F9AC6F34}" type="pres">
      <dgm:prSet presAssocID="{6C567417-51A1-4D7F-B5F1-7BE6F9014B1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ED736C2-D41C-45F0-AC9C-5739AC67A573}" type="pres">
      <dgm:prSet presAssocID="{6C567417-51A1-4D7F-B5F1-7BE6F9014B1D}" presName="spaceRect" presStyleCnt="0"/>
      <dgm:spPr/>
    </dgm:pt>
    <dgm:pt modelId="{EA4631F0-5D45-42AB-AD44-88C341BF8C36}" type="pres">
      <dgm:prSet presAssocID="{6C567417-51A1-4D7F-B5F1-7BE6F9014B1D}" presName="parTx" presStyleLbl="revTx" presStyleIdx="1" presStyleCnt="2">
        <dgm:presLayoutVars>
          <dgm:chMax val="0"/>
          <dgm:chPref val="0"/>
        </dgm:presLayoutVars>
      </dgm:prSet>
      <dgm:spPr/>
    </dgm:pt>
  </dgm:ptLst>
  <dgm:cxnLst>
    <dgm:cxn modelId="{A240C218-C797-4872-87B7-760B38211F9D}" type="presOf" srcId="{7FC6BC27-DFCC-43D6-BA32-2A0545220236}" destId="{BC819D58-7745-4086-AC32-8D4F18301CB9}" srcOrd="0" destOrd="0" presId="urn:microsoft.com/office/officeart/2018/2/layout/IconVerticalSolidList"/>
    <dgm:cxn modelId="{45C25F6F-D988-4C87-9BC9-2D7479070945}" type="presOf" srcId="{6C567417-51A1-4D7F-B5F1-7BE6F9014B1D}" destId="{EA4631F0-5D45-42AB-AD44-88C341BF8C36}" srcOrd="0" destOrd="0" presId="urn:microsoft.com/office/officeart/2018/2/layout/IconVerticalSolidList"/>
    <dgm:cxn modelId="{AD68507E-C328-421D-9041-71B77C4B0A90}" type="presOf" srcId="{AEF01636-E772-49F4-8FE7-969B7D5CC9F8}" destId="{625372F8-7336-4148-BB60-2D2568220EAF}" srcOrd="0" destOrd="0" presId="urn:microsoft.com/office/officeart/2018/2/layout/IconVerticalSolidList"/>
    <dgm:cxn modelId="{BC0C8A91-467C-49C7-AAAC-BE1D2612E885}" srcId="{AEF01636-E772-49F4-8FE7-969B7D5CC9F8}" destId="{7FC6BC27-DFCC-43D6-BA32-2A0545220236}" srcOrd="0" destOrd="0" parTransId="{74DF05FB-7F89-451D-87A6-937A37E194B5}" sibTransId="{F9F7D389-2F2C-48C3-A8DE-94D53352C8A8}"/>
    <dgm:cxn modelId="{5B02E2EC-5067-402E-898D-4631CE241B6B}" srcId="{AEF01636-E772-49F4-8FE7-969B7D5CC9F8}" destId="{6C567417-51A1-4D7F-B5F1-7BE6F9014B1D}" srcOrd="1" destOrd="0" parTransId="{FE9CABB6-82D3-4E57-96BF-E56DB024A03C}" sibTransId="{7204D215-E6BD-4C4C-B747-C3298246EE8F}"/>
    <dgm:cxn modelId="{819F0AD1-3790-4295-9939-930CCB83516F}" type="presParOf" srcId="{625372F8-7336-4148-BB60-2D2568220EAF}" destId="{422CFC55-2F27-43A8-B88D-03370DABF319}" srcOrd="0" destOrd="0" presId="urn:microsoft.com/office/officeart/2018/2/layout/IconVerticalSolidList"/>
    <dgm:cxn modelId="{A7450AE0-B106-4D0F-9499-D4CFB551D66D}" type="presParOf" srcId="{422CFC55-2F27-43A8-B88D-03370DABF319}" destId="{D8D170CB-B1DC-4F8B-8887-B3367C9818BD}" srcOrd="0" destOrd="0" presId="urn:microsoft.com/office/officeart/2018/2/layout/IconVerticalSolidList"/>
    <dgm:cxn modelId="{C76AFD9B-BB67-4EF9-AB19-0DD6BD1B0EE7}" type="presParOf" srcId="{422CFC55-2F27-43A8-B88D-03370DABF319}" destId="{0CC95E8B-CE24-42E8-96F0-EB5228B54598}" srcOrd="1" destOrd="0" presId="urn:microsoft.com/office/officeart/2018/2/layout/IconVerticalSolidList"/>
    <dgm:cxn modelId="{8A4B8A58-D3C8-4622-9940-71CD3263DBC1}" type="presParOf" srcId="{422CFC55-2F27-43A8-B88D-03370DABF319}" destId="{E0D48214-0CBF-4CE8-B45E-7E7F72C01FCE}" srcOrd="2" destOrd="0" presId="urn:microsoft.com/office/officeart/2018/2/layout/IconVerticalSolidList"/>
    <dgm:cxn modelId="{56B87E24-C35D-41ED-AF52-330712821AA5}" type="presParOf" srcId="{422CFC55-2F27-43A8-B88D-03370DABF319}" destId="{BC819D58-7745-4086-AC32-8D4F18301CB9}" srcOrd="3" destOrd="0" presId="urn:microsoft.com/office/officeart/2018/2/layout/IconVerticalSolidList"/>
    <dgm:cxn modelId="{067D80D5-85C9-4362-934E-759300264439}" type="presParOf" srcId="{625372F8-7336-4148-BB60-2D2568220EAF}" destId="{E0EE9BEA-9574-44D7-9D92-FC6CDCC5D210}" srcOrd="1" destOrd="0" presId="urn:microsoft.com/office/officeart/2018/2/layout/IconVerticalSolidList"/>
    <dgm:cxn modelId="{0EF7D89C-EF59-487C-A938-B75EBE986245}" type="presParOf" srcId="{625372F8-7336-4148-BB60-2D2568220EAF}" destId="{BB3BFC5C-C2DD-4D3E-BBA5-C9A9B4AC3D5F}" srcOrd="2" destOrd="0" presId="urn:microsoft.com/office/officeart/2018/2/layout/IconVerticalSolidList"/>
    <dgm:cxn modelId="{B6378813-9732-42FE-BC8B-7942EE5CA191}" type="presParOf" srcId="{BB3BFC5C-C2DD-4D3E-BBA5-C9A9B4AC3D5F}" destId="{6B35AEBE-5772-4141-84EE-C57C9052896E}" srcOrd="0" destOrd="0" presId="urn:microsoft.com/office/officeart/2018/2/layout/IconVerticalSolidList"/>
    <dgm:cxn modelId="{8429C685-42F4-43ED-97AC-C86EDBB74F9A}" type="presParOf" srcId="{BB3BFC5C-C2DD-4D3E-BBA5-C9A9B4AC3D5F}" destId="{9EB4B293-6765-4072-B299-6663F9AC6F34}" srcOrd="1" destOrd="0" presId="urn:microsoft.com/office/officeart/2018/2/layout/IconVerticalSolidList"/>
    <dgm:cxn modelId="{370B8BBC-9B65-4E26-BF2A-929430DFA778}" type="presParOf" srcId="{BB3BFC5C-C2DD-4D3E-BBA5-C9A9B4AC3D5F}" destId="{AED736C2-D41C-45F0-AC9C-5739AC67A573}" srcOrd="2" destOrd="0" presId="urn:microsoft.com/office/officeart/2018/2/layout/IconVerticalSolidList"/>
    <dgm:cxn modelId="{333DD259-5B0E-4FC9-B597-2D3B4EFAF777}" type="presParOf" srcId="{BB3BFC5C-C2DD-4D3E-BBA5-C9A9B4AC3D5F}" destId="{EA4631F0-5D45-42AB-AD44-88C341BF8C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89043C-57C5-48EC-807C-284343A1C1F8}"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DB192F7F-BB58-4D85-8649-C7F91F77088B}">
      <dgm:prSet custT="1"/>
      <dgm:spPr>
        <a:solidFill>
          <a:schemeClr val="accent2">
            <a:lumMod val="75000"/>
          </a:schemeClr>
        </a:solidFill>
      </dgm:spPr>
      <dgm:t>
        <a:bodyPr/>
        <a:lstStyle/>
        <a:p>
          <a:r>
            <a:rPr lang="en-GB" sz="1400" b="1" i="0" dirty="0"/>
            <a:t>A lack of consumer-centricity costs brands 69 points in NPS </a:t>
          </a:r>
          <a:r>
            <a:rPr lang="en-GB" sz="1400" b="0" i="0" dirty="0"/>
            <a:t>(experience rating). 75% of brands audited believed they were consumer-centric, but only 30% of their consumers agreed. </a:t>
          </a:r>
        </a:p>
        <a:p>
          <a:r>
            <a:rPr lang="en-GB" sz="1400" b="1" i="0" dirty="0"/>
            <a:t>~ 2017 Global Survey by Capgemini</a:t>
          </a:r>
          <a:endParaRPr lang="en-US" sz="1400" b="1" dirty="0"/>
        </a:p>
      </dgm:t>
    </dgm:pt>
    <dgm:pt modelId="{9521B1F4-4331-466D-A85F-9F02010882AB}" type="parTrans" cxnId="{095E8FE3-317D-4CEA-A442-BD1BC51CFF9B}">
      <dgm:prSet/>
      <dgm:spPr/>
      <dgm:t>
        <a:bodyPr/>
        <a:lstStyle/>
        <a:p>
          <a:endParaRPr lang="en-US"/>
        </a:p>
      </dgm:t>
    </dgm:pt>
    <dgm:pt modelId="{6054FFDE-BEFE-4996-8434-BF1C2D8FA023}" type="sibTrans" cxnId="{095E8FE3-317D-4CEA-A442-BD1BC51CFF9B}">
      <dgm:prSet/>
      <dgm:spPr/>
      <dgm:t>
        <a:bodyPr/>
        <a:lstStyle/>
        <a:p>
          <a:endParaRPr lang="en-US"/>
        </a:p>
      </dgm:t>
    </dgm:pt>
    <dgm:pt modelId="{7CFC3D3E-5ED9-4A8A-B85C-FA5CBE2F1F17}">
      <dgm:prSet custT="1"/>
      <dgm:spPr>
        <a:solidFill>
          <a:schemeClr val="accent2">
            <a:lumMod val="75000"/>
          </a:schemeClr>
        </a:solidFill>
      </dgm:spPr>
      <dgm:t>
        <a:bodyPr/>
        <a:lstStyle/>
        <a:p>
          <a:r>
            <a:rPr lang="en-GB" sz="1200" b="1" i="0" dirty="0"/>
            <a:t>Empathy levels may be falling</a:t>
          </a:r>
          <a:r>
            <a:rPr lang="en-GB" sz="1200" b="0" i="0" dirty="0"/>
            <a:t>. </a:t>
          </a:r>
        </a:p>
        <a:p>
          <a:r>
            <a:rPr lang="en-GB" sz="1200" b="0" i="0" dirty="0"/>
            <a:t>Our ability to empathise with others may be falling according to a meta-analysis of US citizen empathy test scores conducted over the past 30 years. The study found that average American today is less empathic than 75% of Americans 30 years ago.</a:t>
          </a:r>
        </a:p>
        <a:p>
          <a:r>
            <a:rPr lang="en-GB" sz="1200" b="0" i="0" dirty="0"/>
            <a:t>~ Konrath et al (2011)</a:t>
          </a:r>
          <a:endParaRPr lang="en-US" sz="1200" dirty="0"/>
        </a:p>
      </dgm:t>
    </dgm:pt>
    <dgm:pt modelId="{015749DF-12A4-4E4B-872B-932420DA6933}" type="parTrans" cxnId="{AAFC462A-91AA-418F-9005-445CB6C0BF11}">
      <dgm:prSet/>
      <dgm:spPr/>
      <dgm:t>
        <a:bodyPr/>
        <a:lstStyle/>
        <a:p>
          <a:endParaRPr lang="en-US"/>
        </a:p>
      </dgm:t>
    </dgm:pt>
    <dgm:pt modelId="{16C62F47-AAD4-45AF-B46D-4AABF055427C}" type="sibTrans" cxnId="{AAFC462A-91AA-418F-9005-445CB6C0BF11}">
      <dgm:prSet/>
      <dgm:spPr/>
      <dgm:t>
        <a:bodyPr/>
        <a:lstStyle/>
        <a:p>
          <a:endParaRPr lang="en-US"/>
        </a:p>
      </dgm:t>
    </dgm:pt>
    <dgm:pt modelId="{532AEAEB-B036-4145-B664-F94EC497F334}">
      <dgm:prSet/>
      <dgm:spPr>
        <a:solidFill>
          <a:schemeClr val="accent2">
            <a:lumMod val="75000"/>
          </a:schemeClr>
        </a:solidFill>
      </dgm:spPr>
      <dgm:t>
        <a:bodyPr/>
        <a:lstStyle/>
        <a:p>
          <a:pPr>
            <a:buFont typeface="+mj-lt"/>
            <a:buAutoNum type="arabicPeriod"/>
          </a:pPr>
          <a:r>
            <a:rPr lang="en-GB" b="1" i="0" dirty="0">
              <a:effectLst/>
              <a:latin typeface="Avenir Bold"/>
            </a:rPr>
            <a:t>Women are (usually) more empathic</a:t>
          </a:r>
          <a:r>
            <a:rPr lang="en-GB" b="0" i="0" dirty="0">
              <a:effectLst/>
              <a:latin typeface="Avenir"/>
            </a:rPr>
            <a:t>. In a UK validation of the EQ with 1716 participants, women were found to have an average EQ of 48/80 (60%), and men 39/80 (49%), indicating that women are 11% more empathic than men.</a:t>
          </a:r>
        </a:p>
        <a:p>
          <a:pPr>
            <a:buFont typeface="+mj-lt"/>
            <a:buAutoNum type="arabicPeriod"/>
          </a:pPr>
          <a:r>
            <a:rPr lang="en-GB" b="0" i="0" dirty="0">
              <a:effectLst/>
              <a:latin typeface="Avenir"/>
            </a:rPr>
            <a:t>~  Akio et al, Ciba University, Japan (2006)</a:t>
          </a:r>
        </a:p>
        <a:p>
          <a:pPr>
            <a:buFont typeface="+mj-lt"/>
            <a:buAutoNum type="arabicPeriod"/>
          </a:pPr>
          <a:r>
            <a:rPr lang="en-GB" b="0" i="0" dirty="0">
              <a:effectLst/>
              <a:latin typeface="Avenir"/>
            </a:rPr>
            <a:t>For example, in one recent validation of this test, women could correctly read 76% of emotions expressed through eyes, men 71%.</a:t>
          </a:r>
          <a:endParaRPr lang="en-US" dirty="0"/>
        </a:p>
      </dgm:t>
    </dgm:pt>
    <dgm:pt modelId="{27F48334-A882-46D2-90EF-BDAE22CD7185}" type="parTrans" cxnId="{BCC72752-BC31-4B71-AF25-52475EBD869C}">
      <dgm:prSet/>
      <dgm:spPr/>
      <dgm:t>
        <a:bodyPr/>
        <a:lstStyle/>
        <a:p>
          <a:endParaRPr lang="en-GB"/>
        </a:p>
      </dgm:t>
    </dgm:pt>
    <dgm:pt modelId="{5A3F54B3-E514-4A5C-8AEA-C33A6422D428}" type="sibTrans" cxnId="{BCC72752-BC31-4B71-AF25-52475EBD869C}">
      <dgm:prSet/>
      <dgm:spPr/>
      <dgm:t>
        <a:bodyPr/>
        <a:lstStyle/>
        <a:p>
          <a:endParaRPr lang="en-GB"/>
        </a:p>
      </dgm:t>
    </dgm:pt>
    <dgm:pt modelId="{6D195BD6-1EA2-4206-AB59-6259E1365585}" type="pres">
      <dgm:prSet presAssocID="{DC89043C-57C5-48EC-807C-284343A1C1F8}" presName="outerComposite" presStyleCnt="0">
        <dgm:presLayoutVars>
          <dgm:chMax val="5"/>
          <dgm:dir/>
          <dgm:resizeHandles val="exact"/>
        </dgm:presLayoutVars>
      </dgm:prSet>
      <dgm:spPr/>
    </dgm:pt>
    <dgm:pt modelId="{56A68A8D-DA30-4A0A-A23C-0902120C3680}" type="pres">
      <dgm:prSet presAssocID="{DC89043C-57C5-48EC-807C-284343A1C1F8}" presName="dummyMaxCanvas" presStyleCnt="0">
        <dgm:presLayoutVars/>
      </dgm:prSet>
      <dgm:spPr/>
    </dgm:pt>
    <dgm:pt modelId="{919DB8B7-C43B-40C2-92BE-69433A2DCF08}" type="pres">
      <dgm:prSet presAssocID="{DC89043C-57C5-48EC-807C-284343A1C1F8}" presName="ThreeNodes_1" presStyleLbl="node1" presStyleIdx="0" presStyleCnt="3">
        <dgm:presLayoutVars>
          <dgm:bulletEnabled val="1"/>
        </dgm:presLayoutVars>
      </dgm:prSet>
      <dgm:spPr/>
    </dgm:pt>
    <dgm:pt modelId="{7371C6CC-9D62-4B7A-A4E5-BE696C5096E3}" type="pres">
      <dgm:prSet presAssocID="{DC89043C-57C5-48EC-807C-284343A1C1F8}" presName="ThreeNodes_2" presStyleLbl="node1" presStyleIdx="1" presStyleCnt="3" custLinFactNeighborX="-1091" custLinFactNeighborY="-1384">
        <dgm:presLayoutVars>
          <dgm:bulletEnabled val="1"/>
        </dgm:presLayoutVars>
      </dgm:prSet>
      <dgm:spPr/>
    </dgm:pt>
    <dgm:pt modelId="{EB129960-AD12-4608-9579-1733CF3DD14B}" type="pres">
      <dgm:prSet presAssocID="{DC89043C-57C5-48EC-807C-284343A1C1F8}" presName="ThreeNodes_3" presStyleLbl="node1" presStyleIdx="2" presStyleCnt="3">
        <dgm:presLayoutVars>
          <dgm:bulletEnabled val="1"/>
        </dgm:presLayoutVars>
      </dgm:prSet>
      <dgm:spPr/>
    </dgm:pt>
    <dgm:pt modelId="{F160036D-408F-4820-9FD2-E89B7D6335A1}" type="pres">
      <dgm:prSet presAssocID="{DC89043C-57C5-48EC-807C-284343A1C1F8}" presName="ThreeConn_1-2" presStyleLbl="fgAccFollowNode1" presStyleIdx="0" presStyleCnt="2">
        <dgm:presLayoutVars>
          <dgm:bulletEnabled val="1"/>
        </dgm:presLayoutVars>
      </dgm:prSet>
      <dgm:spPr/>
    </dgm:pt>
    <dgm:pt modelId="{31D58A1A-F71B-4C10-971F-0B2C4C900BE1}" type="pres">
      <dgm:prSet presAssocID="{DC89043C-57C5-48EC-807C-284343A1C1F8}" presName="ThreeConn_2-3" presStyleLbl="fgAccFollowNode1" presStyleIdx="1" presStyleCnt="2">
        <dgm:presLayoutVars>
          <dgm:bulletEnabled val="1"/>
        </dgm:presLayoutVars>
      </dgm:prSet>
      <dgm:spPr/>
    </dgm:pt>
    <dgm:pt modelId="{7CCF6E38-7C06-4A22-954B-36F4FAFB4AAA}" type="pres">
      <dgm:prSet presAssocID="{DC89043C-57C5-48EC-807C-284343A1C1F8}" presName="ThreeNodes_1_text" presStyleLbl="node1" presStyleIdx="2" presStyleCnt="3">
        <dgm:presLayoutVars>
          <dgm:bulletEnabled val="1"/>
        </dgm:presLayoutVars>
      </dgm:prSet>
      <dgm:spPr/>
    </dgm:pt>
    <dgm:pt modelId="{CB4E1CA3-4A4E-438D-B85E-BEF29A4595F7}" type="pres">
      <dgm:prSet presAssocID="{DC89043C-57C5-48EC-807C-284343A1C1F8}" presName="ThreeNodes_2_text" presStyleLbl="node1" presStyleIdx="2" presStyleCnt="3">
        <dgm:presLayoutVars>
          <dgm:bulletEnabled val="1"/>
        </dgm:presLayoutVars>
      </dgm:prSet>
      <dgm:spPr/>
    </dgm:pt>
    <dgm:pt modelId="{7F7ABE86-1B56-41E7-94AB-61581FD04743}" type="pres">
      <dgm:prSet presAssocID="{DC89043C-57C5-48EC-807C-284343A1C1F8}" presName="ThreeNodes_3_text" presStyleLbl="node1" presStyleIdx="2" presStyleCnt="3">
        <dgm:presLayoutVars>
          <dgm:bulletEnabled val="1"/>
        </dgm:presLayoutVars>
      </dgm:prSet>
      <dgm:spPr/>
    </dgm:pt>
  </dgm:ptLst>
  <dgm:cxnLst>
    <dgm:cxn modelId="{04861012-BCFD-4621-9FF4-E1F0E00883AB}" type="presOf" srcId="{532AEAEB-B036-4145-B664-F94EC497F334}" destId="{EB129960-AD12-4608-9579-1733CF3DD14B}" srcOrd="0" destOrd="0" presId="urn:microsoft.com/office/officeart/2005/8/layout/vProcess5"/>
    <dgm:cxn modelId="{9B43CC22-77CF-4EF6-83E8-467CDBE7647E}" type="presOf" srcId="{6054FFDE-BEFE-4996-8434-BF1C2D8FA023}" destId="{F160036D-408F-4820-9FD2-E89B7D6335A1}" srcOrd="0" destOrd="0" presId="urn:microsoft.com/office/officeart/2005/8/layout/vProcess5"/>
    <dgm:cxn modelId="{AAFC462A-91AA-418F-9005-445CB6C0BF11}" srcId="{DC89043C-57C5-48EC-807C-284343A1C1F8}" destId="{7CFC3D3E-5ED9-4A8A-B85C-FA5CBE2F1F17}" srcOrd="1" destOrd="0" parTransId="{015749DF-12A4-4E4B-872B-932420DA6933}" sibTransId="{16C62F47-AAD4-45AF-B46D-4AABF055427C}"/>
    <dgm:cxn modelId="{39AED766-778E-4480-8779-EC2C64941352}" type="presOf" srcId="{7CFC3D3E-5ED9-4A8A-B85C-FA5CBE2F1F17}" destId="{CB4E1CA3-4A4E-438D-B85E-BEF29A4595F7}" srcOrd="1" destOrd="0" presId="urn:microsoft.com/office/officeart/2005/8/layout/vProcess5"/>
    <dgm:cxn modelId="{037D914F-C140-4905-AACC-E7F1A86D46EC}" type="presOf" srcId="{DB192F7F-BB58-4D85-8649-C7F91F77088B}" destId="{7CCF6E38-7C06-4A22-954B-36F4FAFB4AAA}" srcOrd="1" destOrd="0" presId="urn:microsoft.com/office/officeart/2005/8/layout/vProcess5"/>
    <dgm:cxn modelId="{7AAF4871-D79D-44A4-B280-A4F69B7248B9}" type="presOf" srcId="{7CFC3D3E-5ED9-4A8A-B85C-FA5CBE2F1F17}" destId="{7371C6CC-9D62-4B7A-A4E5-BE696C5096E3}" srcOrd="0" destOrd="0" presId="urn:microsoft.com/office/officeart/2005/8/layout/vProcess5"/>
    <dgm:cxn modelId="{BCC72752-BC31-4B71-AF25-52475EBD869C}" srcId="{DC89043C-57C5-48EC-807C-284343A1C1F8}" destId="{532AEAEB-B036-4145-B664-F94EC497F334}" srcOrd="2" destOrd="0" parTransId="{27F48334-A882-46D2-90EF-BDAE22CD7185}" sibTransId="{5A3F54B3-E514-4A5C-8AEA-C33A6422D428}"/>
    <dgm:cxn modelId="{F6A30F74-00CF-426C-AEC6-A5016C8A8CE2}" type="presOf" srcId="{16C62F47-AAD4-45AF-B46D-4AABF055427C}" destId="{31D58A1A-F71B-4C10-971F-0B2C4C900BE1}" srcOrd="0" destOrd="0" presId="urn:microsoft.com/office/officeart/2005/8/layout/vProcess5"/>
    <dgm:cxn modelId="{9396E884-71DE-4534-BCE3-959D01459F18}" type="presOf" srcId="{DC89043C-57C5-48EC-807C-284343A1C1F8}" destId="{6D195BD6-1EA2-4206-AB59-6259E1365585}" srcOrd="0" destOrd="0" presId="urn:microsoft.com/office/officeart/2005/8/layout/vProcess5"/>
    <dgm:cxn modelId="{DC5EADD2-AC6B-4AC3-867B-C45403B1FE58}" type="presOf" srcId="{DB192F7F-BB58-4D85-8649-C7F91F77088B}" destId="{919DB8B7-C43B-40C2-92BE-69433A2DCF08}" srcOrd="0" destOrd="0" presId="urn:microsoft.com/office/officeart/2005/8/layout/vProcess5"/>
    <dgm:cxn modelId="{4DD22BDE-16FE-4F17-B2BF-BB66BCE3D25A}" type="presOf" srcId="{532AEAEB-B036-4145-B664-F94EC497F334}" destId="{7F7ABE86-1B56-41E7-94AB-61581FD04743}" srcOrd="1" destOrd="0" presId="urn:microsoft.com/office/officeart/2005/8/layout/vProcess5"/>
    <dgm:cxn modelId="{095E8FE3-317D-4CEA-A442-BD1BC51CFF9B}" srcId="{DC89043C-57C5-48EC-807C-284343A1C1F8}" destId="{DB192F7F-BB58-4D85-8649-C7F91F77088B}" srcOrd="0" destOrd="0" parTransId="{9521B1F4-4331-466D-A85F-9F02010882AB}" sibTransId="{6054FFDE-BEFE-4996-8434-BF1C2D8FA023}"/>
    <dgm:cxn modelId="{77E71547-0B47-4720-AC3B-30C594005BC5}" type="presParOf" srcId="{6D195BD6-1EA2-4206-AB59-6259E1365585}" destId="{56A68A8D-DA30-4A0A-A23C-0902120C3680}" srcOrd="0" destOrd="0" presId="urn:microsoft.com/office/officeart/2005/8/layout/vProcess5"/>
    <dgm:cxn modelId="{2F91A6EB-8CE1-4696-AF12-F22E1235C4CF}" type="presParOf" srcId="{6D195BD6-1EA2-4206-AB59-6259E1365585}" destId="{919DB8B7-C43B-40C2-92BE-69433A2DCF08}" srcOrd="1" destOrd="0" presId="urn:microsoft.com/office/officeart/2005/8/layout/vProcess5"/>
    <dgm:cxn modelId="{3C31966D-D4CD-4644-B0DF-1EF56BDF9AC3}" type="presParOf" srcId="{6D195BD6-1EA2-4206-AB59-6259E1365585}" destId="{7371C6CC-9D62-4B7A-A4E5-BE696C5096E3}" srcOrd="2" destOrd="0" presId="urn:microsoft.com/office/officeart/2005/8/layout/vProcess5"/>
    <dgm:cxn modelId="{3310E578-1E46-4BAA-B82D-0F5E73A29463}" type="presParOf" srcId="{6D195BD6-1EA2-4206-AB59-6259E1365585}" destId="{EB129960-AD12-4608-9579-1733CF3DD14B}" srcOrd="3" destOrd="0" presId="urn:microsoft.com/office/officeart/2005/8/layout/vProcess5"/>
    <dgm:cxn modelId="{8110FAEB-B976-435A-8CD5-BBFD345792EA}" type="presParOf" srcId="{6D195BD6-1EA2-4206-AB59-6259E1365585}" destId="{F160036D-408F-4820-9FD2-E89B7D6335A1}" srcOrd="4" destOrd="0" presId="urn:microsoft.com/office/officeart/2005/8/layout/vProcess5"/>
    <dgm:cxn modelId="{536C0331-006C-4396-8797-1C38C65E633F}" type="presParOf" srcId="{6D195BD6-1EA2-4206-AB59-6259E1365585}" destId="{31D58A1A-F71B-4C10-971F-0B2C4C900BE1}" srcOrd="5" destOrd="0" presId="urn:microsoft.com/office/officeart/2005/8/layout/vProcess5"/>
    <dgm:cxn modelId="{9E7C78C4-F341-4991-B129-7E803C32CB0B}" type="presParOf" srcId="{6D195BD6-1EA2-4206-AB59-6259E1365585}" destId="{7CCF6E38-7C06-4A22-954B-36F4FAFB4AAA}" srcOrd="6" destOrd="0" presId="urn:microsoft.com/office/officeart/2005/8/layout/vProcess5"/>
    <dgm:cxn modelId="{B4135287-6869-44E5-B6F3-4DB27CB3930F}" type="presParOf" srcId="{6D195BD6-1EA2-4206-AB59-6259E1365585}" destId="{CB4E1CA3-4A4E-438D-B85E-BEF29A4595F7}" srcOrd="7" destOrd="0" presId="urn:microsoft.com/office/officeart/2005/8/layout/vProcess5"/>
    <dgm:cxn modelId="{9D5BA3E1-E157-4164-8EDA-CF42BD365D3E}" type="presParOf" srcId="{6D195BD6-1EA2-4206-AB59-6259E1365585}" destId="{7F7ABE86-1B56-41E7-94AB-61581FD04743}"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8A5150-B77A-4F62-812C-C69D1E07BD2B}"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GB"/>
        </a:p>
      </dgm:t>
    </dgm:pt>
    <dgm:pt modelId="{CB48EF2A-653D-49C7-983A-A85C4A561D7E}">
      <dgm:prSet phldrT="[Text]"/>
      <dgm:spPr/>
      <dgm:t>
        <a:bodyPr/>
        <a:lstStyle/>
        <a:p>
          <a:pPr>
            <a:buNone/>
          </a:pPr>
          <a:r>
            <a:rPr lang="en-GB" b="0" i="0" dirty="0">
              <a:effectLst/>
              <a:latin typeface="Georgia" panose="02040502050405020303" pitchFamily="18" charset="0"/>
            </a:rPr>
            <a:t>Of people who reported that their leaders were empathetic, 61% of employees reported that their leaders were most likely to be innovative.</a:t>
          </a:r>
          <a:endParaRPr lang="en-GB" dirty="0"/>
        </a:p>
      </dgm:t>
    </dgm:pt>
    <dgm:pt modelId="{D5244ECC-B52C-41D9-B973-8DC353D9A501}" type="parTrans" cxnId="{57FA53D9-CF2B-4BF2-9FA2-D20C36EC8234}">
      <dgm:prSet/>
      <dgm:spPr/>
      <dgm:t>
        <a:bodyPr/>
        <a:lstStyle/>
        <a:p>
          <a:endParaRPr lang="en-GB"/>
        </a:p>
      </dgm:t>
    </dgm:pt>
    <dgm:pt modelId="{B0430D4A-A946-4AD2-B041-90955C9F28B1}" type="sibTrans" cxnId="{57FA53D9-CF2B-4BF2-9FA2-D20C36EC8234}">
      <dgm:prSet/>
      <dgm:spPr/>
      <dgm:t>
        <a:bodyPr/>
        <a:lstStyle/>
        <a:p>
          <a:endParaRPr lang="en-GB"/>
        </a:p>
      </dgm:t>
    </dgm:pt>
    <dgm:pt modelId="{601B2730-9468-4366-A565-5E4C9EFCB940}">
      <dgm:prSet phldrT="[Text]"/>
      <dgm:spPr/>
      <dgm:t>
        <a:bodyPr/>
        <a:lstStyle/>
        <a:p>
          <a:r>
            <a:rPr lang="en-GB" dirty="0"/>
            <a:t>Retention</a:t>
          </a:r>
        </a:p>
      </dgm:t>
    </dgm:pt>
    <dgm:pt modelId="{4E86B0F0-08E6-4EBF-99E7-4A62116D72F5}" type="parTrans" cxnId="{00CEF999-ED95-42BC-AD59-A3FA8872D3D5}">
      <dgm:prSet/>
      <dgm:spPr/>
      <dgm:t>
        <a:bodyPr/>
        <a:lstStyle/>
        <a:p>
          <a:endParaRPr lang="en-GB"/>
        </a:p>
      </dgm:t>
    </dgm:pt>
    <dgm:pt modelId="{88ABCF59-F9EC-471D-8B3D-192FC28132A3}" type="sibTrans" cxnId="{00CEF999-ED95-42BC-AD59-A3FA8872D3D5}">
      <dgm:prSet/>
      <dgm:spPr/>
      <dgm:t>
        <a:bodyPr/>
        <a:lstStyle/>
        <a:p>
          <a:endParaRPr lang="en-GB"/>
        </a:p>
      </dgm:t>
    </dgm:pt>
    <dgm:pt modelId="{6421662B-4F4D-44F3-8255-FDB087BDFA6E}">
      <dgm:prSet phldrT="[Text]"/>
      <dgm:spPr/>
      <dgm:t>
        <a:bodyPr/>
        <a:lstStyle/>
        <a:p>
          <a:pPr>
            <a:buFont typeface="Arial" panose="020B0604020202020204" pitchFamily="34" charset="0"/>
            <a:buNone/>
          </a:pPr>
          <a:r>
            <a:rPr lang="en-GB" b="0" i="0" dirty="0">
              <a:effectLst/>
              <a:latin typeface="Georgia" panose="02040502050405020303" pitchFamily="18" charset="0"/>
            </a:rPr>
            <a:t>57% of white women and 62% of women of </a:t>
          </a:r>
          <a:r>
            <a:rPr lang="en-GB" b="0" i="0" dirty="0" err="1">
              <a:effectLst/>
              <a:latin typeface="Georgia" panose="02040502050405020303" pitchFamily="18" charset="0"/>
            </a:rPr>
            <a:t>color</a:t>
          </a:r>
          <a:r>
            <a:rPr lang="en-GB" b="0" i="0" dirty="0">
              <a:effectLst/>
              <a:latin typeface="Georgia" panose="02040502050405020303" pitchFamily="18" charset="0"/>
            </a:rPr>
            <a:t> said they were unlikely to think of leaving their companies when they felt their life circumstances were respected and valued by their companies. However, when they didn’t feel that level of value or respect for their life circumstances, only 14% and 30% of white women and women of </a:t>
          </a:r>
          <a:r>
            <a:rPr lang="en-GB" b="0" i="0" dirty="0" err="1">
              <a:effectLst/>
              <a:latin typeface="Georgia" panose="02040502050405020303" pitchFamily="18" charset="0"/>
            </a:rPr>
            <a:t>color</a:t>
          </a:r>
          <a:r>
            <a:rPr lang="en-GB" b="0" i="0" dirty="0">
              <a:effectLst/>
              <a:latin typeface="Georgia" panose="02040502050405020303" pitchFamily="18" charset="0"/>
            </a:rPr>
            <a:t> respectively said they were unlikely to consider leaving.</a:t>
          </a:r>
          <a:endParaRPr lang="en-GB" dirty="0"/>
        </a:p>
      </dgm:t>
    </dgm:pt>
    <dgm:pt modelId="{C333C7DD-A5C1-47CA-944A-FB53329A6CB3}" type="parTrans" cxnId="{670FBED8-7A44-4B37-A9CF-E807C5E5B239}">
      <dgm:prSet/>
      <dgm:spPr/>
      <dgm:t>
        <a:bodyPr/>
        <a:lstStyle/>
        <a:p>
          <a:endParaRPr lang="en-GB"/>
        </a:p>
      </dgm:t>
    </dgm:pt>
    <dgm:pt modelId="{116285F7-CE8D-497A-BA7B-9F160A5815C3}" type="sibTrans" cxnId="{670FBED8-7A44-4B37-A9CF-E807C5E5B239}">
      <dgm:prSet/>
      <dgm:spPr/>
      <dgm:t>
        <a:bodyPr/>
        <a:lstStyle/>
        <a:p>
          <a:endParaRPr lang="en-GB"/>
        </a:p>
      </dgm:t>
    </dgm:pt>
    <dgm:pt modelId="{2B983256-6A9E-41DC-AD02-AA0D72268788}">
      <dgm:prSet phldrT="[Text]"/>
      <dgm:spPr/>
      <dgm:t>
        <a:bodyPr/>
        <a:lstStyle/>
        <a:p>
          <a:r>
            <a:rPr lang="en-GB" dirty="0"/>
            <a:t>Inclusivity</a:t>
          </a:r>
        </a:p>
      </dgm:t>
    </dgm:pt>
    <dgm:pt modelId="{1D3DA1E0-6A71-4394-8C11-9BA23B3EE8DC}" type="parTrans" cxnId="{AF402DFA-557E-4945-A4DD-92A3956BE430}">
      <dgm:prSet/>
      <dgm:spPr/>
      <dgm:t>
        <a:bodyPr/>
        <a:lstStyle/>
        <a:p>
          <a:endParaRPr lang="en-GB"/>
        </a:p>
      </dgm:t>
    </dgm:pt>
    <dgm:pt modelId="{C822A124-4170-461F-9F85-B926149B58CD}" type="sibTrans" cxnId="{AF402DFA-557E-4945-A4DD-92A3956BE430}">
      <dgm:prSet/>
      <dgm:spPr/>
      <dgm:t>
        <a:bodyPr/>
        <a:lstStyle/>
        <a:p>
          <a:endParaRPr lang="en-GB"/>
        </a:p>
      </dgm:t>
    </dgm:pt>
    <dgm:pt modelId="{6028D787-9B23-46FA-8297-E4A45F088833}">
      <dgm:prSet phldrT="[Text]"/>
      <dgm:spPr/>
      <dgm:t>
        <a:bodyPr/>
        <a:lstStyle/>
        <a:p>
          <a:pPr>
            <a:buFont typeface="Arial" panose="020B0604020202020204" pitchFamily="34" charset="0"/>
            <a:buNone/>
          </a:pPr>
          <a:r>
            <a:rPr lang="en-GB" b="0" i="0" dirty="0">
              <a:effectLst/>
              <a:latin typeface="Georgia" panose="02040502050405020303" pitchFamily="18" charset="0"/>
            </a:rPr>
            <a:t>When people felt their leaders were more empathetic, 86% reported they are able to navigate the demands of their work and life—successfully juggling their personal, family and work obligations. This is compared with 60% of those who perceived less empathy.</a:t>
          </a:r>
          <a:endParaRPr lang="en-GB" dirty="0"/>
        </a:p>
      </dgm:t>
    </dgm:pt>
    <dgm:pt modelId="{3B5FC15A-F9A0-4EA5-9F5D-467727555762}" type="parTrans" cxnId="{DDDF9108-5BB6-430E-ACE8-FF5D07E645A0}">
      <dgm:prSet/>
      <dgm:spPr/>
      <dgm:t>
        <a:bodyPr/>
        <a:lstStyle/>
        <a:p>
          <a:endParaRPr lang="en-GB"/>
        </a:p>
      </dgm:t>
    </dgm:pt>
    <dgm:pt modelId="{1E13C02D-3489-41DF-A844-3102CA849641}" type="sibTrans" cxnId="{DDDF9108-5BB6-430E-ACE8-FF5D07E645A0}">
      <dgm:prSet/>
      <dgm:spPr/>
      <dgm:t>
        <a:bodyPr/>
        <a:lstStyle/>
        <a:p>
          <a:endParaRPr lang="en-GB"/>
        </a:p>
      </dgm:t>
    </dgm:pt>
    <dgm:pt modelId="{9EE4D9CE-0713-49C8-8BC1-867F2B7B99FA}">
      <dgm:prSet phldrT="[Text]"/>
      <dgm:spPr/>
      <dgm:t>
        <a:bodyPr/>
        <a:lstStyle/>
        <a:p>
          <a:r>
            <a:rPr lang="en-GB" dirty="0"/>
            <a:t>Work-Life</a:t>
          </a:r>
        </a:p>
      </dgm:t>
    </dgm:pt>
    <dgm:pt modelId="{BCB1E4C1-A1B0-4E4F-AC78-06808C3A607E}" type="parTrans" cxnId="{62E5C69F-E0AF-427F-A712-C4DA828B5471}">
      <dgm:prSet/>
      <dgm:spPr/>
      <dgm:t>
        <a:bodyPr/>
        <a:lstStyle/>
        <a:p>
          <a:endParaRPr lang="en-GB"/>
        </a:p>
      </dgm:t>
    </dgm:pt>
    <dgm:pt modelId="{21350710-EEFE-47EE-A503-2C91E1AF8E3A}" type="sibTrans" cxnId="{62E5C69F-E0AF-427F-A712-C4DA828B5471}">
      <dgm:prSet/>
      <dgm:spPr/>
      <dgm:t>
        <a:bodyPr/>
        <a:lstStyle/>
        <a:p>
          <a:endParaRPr lang="en-GB"/>
        </a:p>
      </dgm:t>
    </dgm:pt>
    <dgm:pt modelId="{3C8B99CC-A47F-460B-A343-F8DE98EB7E5F}">
      <dgm:prSet phldrT="[Text]"/>
      <dgm:spPr/>
      <dgm:t>
        <a:bodyPr/>
        <a:lstStyle/>
        <a:p>
          <a:pPr>
            <a:buFont typeface="Arial" panose="020B0604020202020204" pitchFamily="34" charset="0"/>
            <a:buNone/>
          </a:pPr>
          <a:r>
            <a:rPr lang="en-GB" b="0" i="0" dirty="0">
              <a:effectLst/>
              <a:latin typeface="Georgia" panose="02040502050405020303" pitchFamily="18" charset="0"/>
            </a:rPr>
            <a:t>50% of people with empathetic leaders reported their workplace was inclusive, compared with only 17% of those with less empathetic leadership.</a:t>
          </a:r>
          <a:endParaRPr lang="en-GB" dirty="0"/>
        </a:p>
      </dgm:t>
    </dgm:pt>
    <dgm:pt modelId="{C20619D4-3BE0-4D24-9097-5F5BB131F74B}" type="parTrans" cxnId="{15DF3F70-1C98-402C-9204-E4934DB0CA04}">
      <dgm:prSet/>
      <dgm:spPr/>
      <dgm:t>
        <a:bodyPr/>
        <a:lstStyle/>
        <a:p>
          <a:endParaRPr lang="en-GB"/>
        </a:p>
      </dgm:t>
    </dgm:pt>
    <dgm:pt modelId="{F949ECC1-E8FC-4F88-B06D-593E2819A826}" type="sibTrans" cxnId="{15DF3F70-1C98-402C-9204-E4934DB0CA04}">
      <dgm:prSet/>
      <dgm:spPr/>
      <dgm:t>
        <a:bodyPr/>
        <a:lstStyle/>
        <a:p>
          <a:endParaRPr lang="en-GB"/>
        </a:p>
      </dgm:t>
    </dgm:pt>
    <dgm:pt modelId="{C82E711E-510E-4646-9926-AEF18EE6CABF}">
      <dgm:prSet phldrT="[Text]"/>
      <dgm:spPr/>
      <dgm:t>
        <a:bodyPr/>
        <a:lstStyle/>
        <a:p>
          <a:r>
            <a:rPr lang="en-GB"/>
            <a:t>Innovation</a:t>
          </a:r>
          <a:endParaRPr lang="en-GB" dirty="0"/>
        </a:p>
      </dgm:t>
    </dgm:pt>
    <dgm:pt modelId="{1D102C70-3F9C-4CFC-99CB-B21E19F229FE}" type="parTrans" cxnId="{752C39B1-BC2E-440A-A939-CD67DA7B859D}">
      <dgm:prSet/>
      <dgm:spPr/>
      <dgm:t>
        <a:bodyPr/>
        <a:lstStyle/>
        <a:p>
          <a:endParaRPr lang="en-GB"/>
        </a:p>
      </dgm:t>
    </dgm:pt>
    <dgm:pt modelId="{1D970285-17A3-4CFF-BDBF-412ABE4F00D9}" type="sibTrans" cxnId="{752C39B1-BC2E-440A-A939-CD67DA7B859D}">
      <dgm:prSet/>
      <dgm:spPr/>
      <dgm:t>
        <a:bodyPr/>
        <a:lstStyle/>
        <a:p>
          <a:endParaRPr lang="en-GB"/>
        </a:p>
      </dgm:t>
    </dgm:pt>
    <dgm:pt modelId="{BE6480FA-6A43-4A4F-ADD1-8ACAA1BCC965}" type="pres">
      <dgm:prSet presAssocID="{B68A5150-B77A-4F62-812C-C69D1E07BD2B}" presName="vert0" presStyleCnt="0">
        <dgm:presLayoutVars>
          <dgm:dir/>
          <dgm:animOne val="branch"/>
          <dgm:animLvl val="lvl"/>
        </dgm:presLayoutVars>
      </dgm:prSet>
      <dgm:spPr/>
    </dgm:pt>
    <dgm:pt modelId="{26437430-35CC-407F-83D6-E2492AEC98A7}" type="pres">
      <dgm:prSet presAssocID="{C82E711E-510E-4646-9926-AEF18EE6CABF}" presName="thickLine" presStyleLbl="alignNode1" presStyleIdx="0" presStyleCnt="4"/>
      <dgm:spPr/>
    </dgm:pt>
    <dgm:pt modelId="{5509298A-596B-4DAF-B620-F66CD1AE26D4}" type="pres">
      <dgm:prSet presAssocID="{C82E711E-510E-4646-9926-AEF18EE6CABF}" presName="horz1" presStyleCnt="0"/>
      <dgm:spPr/>
    </dgm:pt>
    <dgm:pt modelId="{8128A72C-F611-452A-8676-1D91D0882071}" type="pres">
      <dgm:prSet presAssocID="{C82E711E-510E-4646-9926-AEF18EE6CABF}" presName="tx1" presStyleLbl="revTx" presStyleIdx="0" presStyleCnt="8"/>
      <dgm:spPr/>
    </dgm:pt>
    <dgm:pt modelId="{E6298127-227C-4602-964D-5C2346874595}" type="pres">
      <dgm:prSet presAssocID="{C82E711E-510E-4646-9926-AEF18EE6CABF}" presName="vert1" presStyleCnt="0"/>
      <dgm:spPr/>
    </dgm:pt>
    <dgm:pt modelId="{A3CD1467-27F7-44A0-9B87-2ECC8AB946A5}" type="pres">
      <dgm:prSet presAssocID="{CB48EF2A-653D-49C7-983A-A85C4A561D7E}" presName="vertSpace2a" presStyleCnt="0"/>
      <dgm:spPr/>
    </dgm:pt>
    <dgm:pt modelId="{01539188-5477-4747-8BDF-C5BEE7DCF301}" type="pres">
      <dgm:prSet presAssocID="{CB48EF2A-653D-49C7-983A-A85C4A561D7E}" presName="horz2" presStyleCnt="0"/>
      <dgm:spPr/>
    </dgm:pt>
    <dgm:pt modelId="{A24E3CCF-023A-4F47-836E-B44EFDF09C26}" type="pres">
      <dgm:prSet presAssocID="{CB48EF2A-653D-49C7-983A-A85C4A561D7E}" presName="horzSpace2" presStyleCnt="0"/>
      <dgm:spPr/>
    </dgm:pt>
    <dgm:pt modelId="{E82EDB79-FC32-4DCD-982D-57B3EE71C3E2}" type="pres">
      <dgm:prSet presAssocID="{CB48EF2A-653D-49C7-983A-A85C4A561D7E}" presName="tx2" presStyleLbl="revTx" presStyleIdx="1" presStyleCnt="8"/>
      <dgm:spPr/>
    </dgm:pt>
    <dgm:pt modelId="{72E5A59D-DD80-40DB-A649-92EBE2653E31}" type="pres">
      <dgm:prSet presAssocID="{CB48EF2A-653D-49C7-983A-A85C4A561D7E}" presName="vert2" presStyleCnt="0"/>
      <dgm:spPr/>
    </dgm:pt>
    <dgm:pt modelId="{FC59A759-6F92-4DC4-A0DA-008B29024F0E}" type="pres">
      <dgm:prSet presAssocID="{CB48EF2A-653D-49C7-983A-A85C4A561D7E}" presName="thinLine2b" presStyleLbl="callout" presStyleIdx="0" presStyleCnt="4"/>
      <dgm:spPr/>
    </dgm:pt>
    <dgm:pt modelId="{9588065A-DFA0-4A83-82D8-1B4A71E14128}" type="pres">
      <dgm:prSet presAssocID="{CB48EF2A-653D-49C7-983A-A85C4A561D7E}" presName="vertSpace2b" presStyleCnt="0"/>
      <dgm:spPr/>
    </dgm:pt>
    <dgm:pt modelId="{1DE19126-9FF1-4E1C-B423-C86DB0E41D71}" type="pres">
      <dgm:prSet presAssocID="{601B2730-9468-4366-A565-5E4C9EFCB940}" presName="thickLine" presStyleLbl="alignNode1" presStyleIdx="1" presStyleCnt="4"/>
      <dgm:spPr/>
    </dgm:pt>
    <dgm:pt modelId="{7C6DE13A-B17D-4C6E-8849-5638D8011401}" type="pres">
      <dgm:prSet presAssocID="{601B2730-9468-4366-A565-5E4C9EFCB940}" presName="horz1" presStyleCnt="0"/>
      <dgm:spPr/>
    </dgm:pt>
    <dgm:pt modelId="{DE0FC2A7-747D-4BEB-BF81-8AD23BDC69DD}" type="pres">
      <dgm:prSet presAssocID="{601B2730-9468-4366-A565-5E4C9EFCB940}" presName="tx1" presStyleLbl="revTx" presStyleIdx="2" presStyleCnt="8"/>
      <dgm:spPr/>
    </dgm:pt>
    <dgm:pt modelId="{0C5C9BD3-50C7-49B9-9B23-0EDD0596EC1B}" type="pres">
      <dgm:prSet presAssocID="{601B2730-9468-4366-A565-5E4C9EFCB940}" presName="vert1" presStyleCnt="0"/>
      <dgm:spPr/>
    </dgm:pt>
    <dgm:pt modelId="{F4BDAB81-7F6A-46B2-95D9-EB4DCB77EC1A}" type="pres">
      <dgm:prSet presAssocID="{6421662B-4F4D-44F3-8255-FDB087BDFA6E}" presName="vertSpace2a" presStyleCnt="0"/>
      <dgm:spPr/>
    </dgm:pt>
    <dgm:pt modelId="{21326EFA-D0B9-42D8-B157-A51B34F572CA}" type="pres">
      <dgm:prSet presAssocID="{6421662B-4F4D-44F3-8255-FDB087BDFA6E}" presName="horz2" presStyleCnt="0"/>
      <dgm:spPr/>
    </dgm:pt>
    <dgm:pt modelId="{ADEB4BFB-C9F0-4BEA-BED0-5F829BE196CE}" type="pres">
      <dgm:prSet presAssocID="{6421662B-4F4D-44F3-8255-FDB087BDFA6E}" presName="horzSpace2" presStyleCnt="0"/>
      <dgm:spPr/>
    </dgm:pt>
    <dgm:pt modelId="{E191FD4E-73AC-43C5-AAD3-D5592B7EEA98}" type="pres">
      <dgm:prSet presAssocID="{6421662B-4F4D-44F3-8255-FDB087BDFA6E}" presName="tx2" presStyleLbl="revTx" presStyleIdx="3" presStyleCnt="8"/>
      <dgm:spPr/>
    </dgm:pt>
    <dgm:pt modelId="{F83AE029-88C5-44FE-991F-6B371442AECF}" type="pres">
      <dgm:prSet presAssocID="{6421662B-4F4D-44F3-8255-FDB087BDFA6E}" presName="vert2" presStyleCnt="0"/>
      <dgm:spPr/>
    </dgm:pt>
    <dgm:pt modelId="{4485E72D-01FB-4102-BEAB-BFF438D0321B}" type="pres">
      <dgm:prSet presAssocID="{6421662B-4F4D-44F3-8255-FDB087BDFA6E}" presName="thinLine2b" presStyleLbl="callout" presStyleIdx="1" presStyleCnt="4"/>
      <dgm:spPr/>
    </dgm:pt>
    <dgm:pt modelId="{50593CBD-CB24-47E7-819D-CA4F285AC6F0}" type="pres">
      <dgm:prSet presAssocID="{6421662B-4F4D-44F3-8255-FDB087BDFA6E}" presName="vertSpace2b" presStyleCnt="0"/>
      <dgm:spPr/>
    </dgm:pt>
    <dgm:pt modelId="{9798B38B-BA81-4DFC-9C6D-00EB9FD1AA32}" type="pres">
      <dgm:prSet presAssocID="{2B983256-6A9E-41DC-AD02-AA0D72268788}" presName="thickLine" presStyleLbl="alignNode1" presStyleIdx="2" presStyleCnt="4"/>
      <dgm:spPr/>
    </dgm:pt>
    <dgm:pt modelId="{E5BFBAD8-2A40-4C63-81C2-195085608592}" type="pres">
      <dgm:prSet presAssocID="{2B983256-6A9E-41DC-AD02-AA0D72268788}" presName="horz1" presStyleCnt="0"/>
      <dgm:spPr/>
    </dgm:pt>
    <dgm:pt modelId="{F3461717-3609-48B8-A90D-E584593E7D1C}" type="pres">
      <dgm:prSet presAssocID="{2B983256-6A9E-41DC-AD02-AA0D72268788}" presName="tx1" presStyleLbl="revTx" presStyleIdx="4" presStyleCnt="8"/>
      <dgm:spPr/>
    </dgm:pt>
    <dgm:pt modelId="{852B8308-760E-4EC3-B0AF-25CF7253FFA3}" type="pres">
      <dgm:prSet presAssocID="{2B983256-6A9E-41DC-AD02-AA0D72268788}" presName="vert1" presStyleCnt="0"/>
      <dgm:spPr/>
    </dgm:pt>
    <dgm:pt modelId="{F49FA42E-412B-4872-8D62-5AE68FF8A25E}" type="pres">
      <dgm:prSet presAssocID="{3C8B99CC-A47F-460B-A343-F8DE98EB7E5F}" presName="vertSpace2a" presStyleCnt="0"/>
      <dgm:spPr/>
    </dgm:pt>
    <dgm:pt modelId="{E7CFC978-FD8C-48E2-A6FE-818F4E290123}" type="pres">
      <dgm:prSet presAssocID="{3C8B99CC-A47F-460B-A343-F8DE98EB7E5F}" presName="horz2" presStyleCnt="0"/>
      <dgm:spPr/>
    </dgm:pt>
    <dgm:pt modelId="{2503B0AD-F014-48E3-889B-503EB95EB124}" type="pres">
      <dgm:prSet presAssocID="{3C8B99CC-A47F-460B-A343-F8DE98EB7E5F}" presName="horzSpace2" presStyleCnt="0"/>
      <dgm:spPr/>
    </dgm:pt>
    <dgm:pt modelId="{281E114F-16BA-4683-BB1C-05C2923C1EDE}" type="pres">
      <dgm:prSet presAssocID="{3C8B99CC-A47F-460B-A343-F8DE98EB7E5F}" presName="tx2" presStyleLbl="revTx" presStyleIdx="5" presStyleCnt="8"/>
      <dgm:spPr/>
    </dgm:pt>
    <dgm:pt modelId="{93BFBA3D-16A6-4AFA-AB05-8CA07531806C}" type="pres">
      <dgm:prSet presAssocID="{3C8B99CC-A47F-460B-A343-F8DE98EB7E5F}" presName="vert2" presStyleCnt="0"/>
      <dgm:spPr/>
    </dgm:pt>
    <dgm:pt modelId="{06D2941C-BE6E-4435-8C75-A3A8D2CF5C4C}" type="pres">
      <dgm:prSet presAssocID="{3C8B99CC-A47F-460B-A343-F8DE98EB7E5F}" presName="thinLine2b" presStyleLbl="callout" presStyleIdx="2" presStyleCnt="4"/>
      <dgm:spPr/>
    </dgm:pt>
    <dgm:pt modelId="{8F9B3F63-3BE9-465E-A53B-5340D25B0004}" type="pres">
      <dgm:prSet presAssocID="{3C8B99CC-A47F-460B-A343-F8DE98EB7E5F}" presName="vertSpace2b" presStyleCnt="0"/>
      <dgm:spPr/>
    </dgm:pt>
    <dgm:pt modelId="{0AC9FBA2-308D-4E44-99F0-8D3A0760FEC0}" type="pres">
      <dgm:prSet presAssocID="{9EE4D9CE-0713-49C8-8BC1-867F2B7B99FA}" presName="thickLine" presStyleLbl="alignNode1" presStyleIdx="3" presStyleCnt="4"/>
      <dgm:spPr/>
    </dgm:pt>
    <dgm:pt modelId="{2B6CCAAC-4E8E-49D6-B35C-0964056429C1}" type="pres">
      <dgm:prSet presAssocID="{9EE4D9CE-0713-49C8-8BC1-867F2B7B99FA}" presName="horz1" presStyleCnt="0"/>
      <dgm:spPr/>
    </dgm:pt>
    <dgm:pt modelId="{CD14FAB0-F27E-4751-8DC5-88D2ABADE1CE}" type="pres">
      <dgm:prSet presAssocID="{9EE4D9CE-0713-49C8-8BC1-867F2B7B99FA}" presName="tx1" presStyleLbl="revTx" presStyleIdx="6" presStyleCnt="8"/>
      <dgm:spPr/>
    </dgm:pt>
    <dgm:pt modelId="{C028D23C-B44F-48CE-A614-6E41DB45370A}" type="pres">
      <dgm:prSet presAssocID="{9EE4D9CE-0713-49C8-8BC1-867F2B7B99FA}" presName="vert1" presStyleCnt="0"/>
      <dgm:spPr/>
    </dgm:pt>
    <dgm:pt modelId="{233A4738-392D-444D-AB29-52CA93A9ED75}" type="pres">
      <dgm:prSet presAssocID="{6028D787-9B23-46FA-8297-E4A45F088833}" presName="vertSpace2a" presStyleCnt="0"/>
      <dgm:spPr/>
    </dgm:pt>
    <dgm:pt modelId="{0CFC90FD-CFAF-470F-A1ED-F1F8F91EFCBF}" type="pres">
      <dgm:prSet presAssocID="{6028D787-9B23-46FA-8297-E4A45F088833}" presName="horz2" presStyleCnt="0"/>
      <dgm:spPr/>
    </dgm:pt>
    <dgm:pt modelId="{71AA1A52-931C-43B5-8793-76D9C0F3DEDD}" type="pres">
      <dgm:prSet presAssocID="{6028D787-9B23-46FA-8297-E4A45F088833}" presName="horzSpace2" presStyleCnt="0"/>
      <dgm:spPr/>
    </dgm:pt>
    <dgm:pt modelId="{B64355F9-431B-4A82-BB3A-F8353F0F261F}" type="pres">
      <dgm:prSet presAssocID="{6028D787-9B23-46FA-8297-E4A45F088833}" presName="tx2" presStyleLbl="revTx" presStyleIdx="7" presStyleCnt="8"/>
      <dgm:spPr/>
    </dgm:pt>
    <dgm:pt modelId="{8A90233B-EA70-42E6-8425-EE85907A9600}" type="pres">
      <dgm:prSet presAssocID="{6028D787-9B23-46FA-8297-E4A45F088833}" presName="vert2" presStyleCnt="0"/>
      <dgm:spPr/>
    </dgm:pt>
    <dgm:pt modelId="{CC448B56-83B4-4684-8422-101C49072478}" type="pres">
      <dgm:prSet presAssocID="{6028D787-9B23-46FA-8297-E4A45F088833}" presName="thinLine2b" presStyleLbl="callout" presStyleIdx="3" presStyleCnt="4"/>
      <dgm:spPr/>
    </dgm:pt>
    <dgm:pt modelId="{1573A7B9-8748-444D-B9B8-46512D3204D0}" type="pres">
      <dgm:prSet presAssocID="{6028D787-9B23-46FA-8297-E4A45F088833}" presName="vertSpace2b" presStyleCnt="0"/>
      <dgm:spPr/>
    </dgm:pt>
  </dgm:ptLst>
  <dgm:cxnLst>
    <dgm:cxn modelId="{DDDF9108-5BB6-430E-ACE8-FF5D07E645A0}" srcId="{9EE4D9CE-0713-49C8-8BC1-867F2B7B99FA}" destId="{6028D787-9B23-46FA-8297-E4A45F088833}" srcOrd="0" destOrd="0" parTransId="{3B5FC15A-F9A0-4EA5-9F5D-467727555762}" sibTransId="{1E13C02D-3489-41DF-A844-3102CA849641}"/>
    <dgm:cxn modelId="{415F8F0E-133B-49C9-B0FA-CE693F03F9C2}" type="presOf" srcId="{CB48EF2A-653D-49C7-983A-A85C4A561D7E}" destId="{E82EDB79-FC32-4DCD-982D-57B3EE71C3E2}" srcOrd="0" destOrd="0" presId="urn:microsoft.com/office/officeart/2008/layout/LinedList"/>
    <dgm:cxn modelId="{306E192E-B424-4331-BF3C-E3EAED39D619}" type="presOf" srcId="{6421662B-4F4D-44F3-8255-FDB087BDFA6E}" destId="{E191FD4E-73AC-43C5-AAD3-D5592B7EEA98}" srcOrd="0" destOrd="0" presId="urn:microsoft.com/office/officeart/2008/layout/LinedList"/>
    <dgm:cxn modelId="{15DF3F70-1C98-402C-9204-E4934DB0CA04}" srcId="{2B983256-6A9E-41DC-AD02-AA0D72268788}" destId="{3C8B99CC-A47F-460B-A343-F8DE98EB7E5F}" srcOrd="0" destOrd="0" parTransId="{C20619D4-3BE0-4D24-9097-5F5BB131F74B}" sibTransId="{F949ECC1-E8FC-4F88-B06D-593E2819A826}"/>
    <dgm:cxn modelId="{5035B450-791A-4801-8C62-E3011FB78C53}" type="presOf" srcId="{B68A5150-B77A-4F62-812C-C69D1E07BD2B}" destId="{BE6480FA-6A43-4A4F-ADD1-8ACAA1BCC965}" srcOrd="0" destOrd="0" presId="urn:microsoft.com/office/officeart/2008/layout/LinedList"/>
    <dgm:cxn modelId="{135EF455-DC74-4E26-8117-C42B93B35B16}" type="presOf" srcId="{3C8B99CC-A47F-460B-A343-F8DE98EB7E5F}" destId="{281E114F-16BA-4683-BB1C-05C2923C1EDE}" srcOrd="0" destOrd="0" presId="urn:microsoft.com/office/officeart/2008/layout/LinedList"/>
    <dgm:cxn modelId="{40DF1C84-0BDC-4E35-9B3B-81A121DB309C}" type="presOf" srcId="{2B983256-6A9E-41DC-AD02-AA0D72268788}" destId="{F3461717-3609-48B8-A90D-E584593E7D1C}" srcOrd="0" destOrd="0" presId="urn:microsoft.com/office/officeart/2008/layout/LinedList"/>
    <dgm:cxn modelId="{00CEF999-ED95-42BC-AD59-A3FA8872D3D5}" srcId="{B68A5150-B77A-4F62-812C-C69D1E07BD2B}" destId="{601B2730-9468-4366-A565-5E4C9EFCB940}" srcOrd="1" destOrd="0" parTransId="{4E86B0F0-08E6-4EBF-99E7-4A62116D72F5}" sibTransId="{88ABCF59-F9EC-471D-8B3D-192FC28132A3}"/>
    <dgm:cxn modelId="{62E5C69F-E0AF-427F-A712-C4DA828B5471}" srcId="{B68A5150-B77A-4F62-812C-C69D1E07BD2B}" destId="{9EE4D9CE-0713-49C8-8BC1-867F2B7B99FA}" srcOrd="3" destOrd="0" parTransId="{BCB1E4C1-A1B0-4E4F-AC78-06808C3A607E}" sibTransId="{21350710-EEFE-47EE-A503-2C91E1AF8E3A}"/>
    <dgm:cxn modelId="{752C39B1-BC2E-440A-A939-CD67DA7B859D}" srcId="{B68A5150-B77A-4F62-812C-C69D1E07BD2B}" destId="{C82E711E-510E-4646-9926-AEF18EE6CABF}" srcOrd="0" destOrd="0" parTransId="{1D102C70-3F9C-4CFC-99CB-B21E19F229FE}" sibTransId="{1D970285-17A3-4CFF-BDBF-412ABE4F00D9}"/>
    <dgm:cxn modelId="{03811DB8-2C97-45F1-8A39-4B5AA498B8C1}" type="presOf" srcId="{C82E711E-510E-4646-9926-AEF18EE6CABF}" destId="{8128A72C-F611-452A-8676-1D91D0882071}" srcOrd="0" destOrd="0" presId="urn:microsoft.com/office/officeart/2008/layout/LinedList"/>
    <dgm:cxn modelId="{BF0CDCD6-70EF-4A7B-AFC6-99DAFB1DF879}" type="presOf" srcId="{601B2730-9468-4366-A565-5E4C9EFCB940}" destId="{DE0FC2A7-747D-4BEB-BF81-8AD23BDC69DD}" srcOrd="0" destOrd="0" presId="urn:microsoft.com/office/officeart/2008/layout/LinedList"/>
    <dgm:cxn modelId="{670FBED8-7A44-4B37-A9CF-E807C5E5B239}" srcId="{601B2730-9468-4366-A565-5E4C9EFCB940}" destId="{6421662B-4F4D-44F3-8255-FDB087BDFA6E}" srcOrd="0" destOrd="0" parTransId="{C333C7DD-A5C1-47CA-944A-FB53329A6CB3}" sibTransId="{116285F7-CE8D-497A-BA7B-9F160A5815C3}"/>
    <dgm:cxn modelId="{57FA53D9-CF2B-4BF2-9FA2-D20C36EC8234}" srcId="{C82E711E-510E-4646-9926-AEF18EE6CABF}" destId="{CB48EF2A-653D-49C7-983A-A85C4A561D7E}" srcOrd="0" destOrd="0" parTransId="{D5244ECC-B52C-41D9-B973-8DC353D9A501}" sibTransId="{B0430D4A-A946-4AD2-B041-90955C9F28B1}"/>
    <dgm:cxn modelId="{F4C37DDB-226B-41D7-A014-1E96A69206F9}" type="presOf" srcId="{6028D787-9B23-46FA-8297-E4A45F088833}" destId="{B64355F9-431B-4A82-BB3A-F8353F0F261F}" srcOrd="0" destOrd="0" presId="urn:microsoft.com/office/officeart/2008/layout/LinedList"/>
    <dgm:cxn modelId="{AF402DFA-557E-4945-A4DD-92A3956BE430}" srcId="{B68A5150-B77A-4F62-812C-C69D1E07BD2B}" destId="{2B983256-6A9E-41DC-AD02-AA0D72268788}" srcOrd="2" destOrd="0" parTransId="{1D3DA1E0-6A71-4394-8C11-9BA23B3EE8DC}" sibTransId="{C822A124-4170-461F-9F85-B926149B58CD}"/>
    <dgm:cxn modelId="{A6AE1CFF-DDB3-42A2-8502-339B916B4BFF}" type="presOf" srcId="{9EE4D9CE-0713-49C8-8BC1-867F2B7B99FA}" destId="{CD14FAB0-F27E-4751-8DC5-88D2ABADE1CE}" srcOrd="0" destOrd="0" presId="urn:microsoft.com/office/officeart/2008/layout/LinedList"/>
    <dgm:cxn modelId="{B5A509E0-1113-4847-A800-14FFE2361E3D}" type="presParOf" srcId="{BE6480FA-6A43-4A4F-ADD1-8ACAA1BCC965}" destId="{26437430-35CC-407F-83D6-E2492AEC98A7}" srcOrd="0" destOrd="0" presId="urn:microsoft.com/office/officeart/2008/layout/LinedList"/>
    <dgm:cxn modelId="{BAF20F67-A6C3-4C7A-A64C-349D3903E115}" type="presParOf" srcId="{BE6480FA-6A43-4A4F-ADD1-8ACAA1BCC965}" destId="{5509298A-596B-4DAF-B620-F66CD1AE26D4}" srcOrd="1" destOrd="0" presId="urn:microsoft.com/office/officeart/2008/layout/LinedList"/>
    <dgm:cxn modelId="{2A12E959-CF45-4726-9F1E-490CADAA91E8}" type="presParOf" srcId="{5509298A-596B-4DAF-B620-F66CD1AE26D4}" destId="{8128A72C-F611-452A-8676-1D91D0882071}" srcOrd="0" destOrd="0" presId="urn:microsoft.com/office/officeart/2008/layout/LinedList"/>
    <dgm:cxn modelId="{CBC884B3-5B0F-45C9-8208-A97B78B6EB3D}" type="presParOf" srcId="{5509298A-596B-4DAF-B620-F66CD1AE26D4}" destId="{E6298127-227C-4602-964D-5C2346874595}" srcOrd="1" destOrd="0" presId="urn:microsoft.com/office/officeart/2008/layout/LinedList"/>
    <dgm:cxn modelId="{140F25A6-2109-4425-A01E-0509F0BF2AA2}" type="presParOf" srcId="{E6298127-227C-4602-964D-5C2346874595}" destId="{A3CD1467-27F7-44A0-9B87-2ECC8AB946A5}" srcOrd="0" destOrd="0" presId="urn:microsoft.com/office/officeart/2008/layout/LinedList"/>
    <dgm:cxn modelId="{6C53FFF2-D17E-4291-AEDB-4C8C2FB39B9E}" type="presParOf" srcId="{E6298127-227C-4602-964D-5C2346874595}" destId="{01539188-5477-4747-8BDF-C5BEE7DCF301}" srcOrd="1" destOrd="0" presId="urn:microsoft.com/office/officeart/2008/layout/LinedList"/>
    <dgm:cxn modelId="{231C95D5-AB0D-4645-B0E1-310FBD4A525F}" type="presParOf" srcId="{01539188-5477-4747-8BDF-C5BEE7DCF301}" destId="{A24E3CCF-023A-4F47-836E-B44EFDF09C26}" srcOrd="0" destOrd="0" presId="urn:microsoft.com/office/officeart/2008/layout/LinedList"/>
    <dgm:cxn modelId="{9B6D89E9-7DA2-4940-8AED-5CA6132BC35A}" type="presParOf" srcId="{01539188-5477-4747-8BDF-C5BEE7DCF301}" destId="{E82EDB79-FC32-4DCD-982D-57B3EE71C3E2}" srcOrd="1" destOrd="0" presId="urn:microsoft.com/office/officeart/2008/layout/LinedList"/>
    <dgm:cxn modelId="{AD865031-A1DC-4AE9-9763-5935A0283A63}" type="presParOf" srcId="{01539188-5477-4747-8BDF-C5BEE7DCF301}" destId="{72E5A59D-DD80-40DB-A649-92EBE2653E31}" srcOrd="2" destOrd="0" presId="urn:microsoft.com/office/officeart/2008/layout/LinedList"/>
    <dgm:cxn modelId="{D5251E77-F19B-4E1A-87E6-0BF2F875E3AD}" type="presParOf" srcId="{E6298127-227C-4602-964D-5C2346874595}" destId="{FC59A759-6F92-4DC4-A0DA-008B29024F0E}" srcOrd="2" destOrd="0" presId="urn:microsoft.com/office/officeart/2008/layout/LinedList"/>
    <dgm:cxn modelId="{DBC88444-F34B-42AC-AE2E-D415106DDBCB}" type="presParOf" srcId="{E6298127-227C-4602-964D-5C2346874595}" destId="{9588065A-DFA0-4A83-82D8-1B4A71E14128}" srcOrd="3" destOrd="0" presId="urn:microsoft.com/office/officeart/2008/layout/LinedList"/>
    <dgm:cxn modelId="{EAE3591E-01F2-4D3C-B9A4-6C92124F9721}" type="presParOf" srcId="{BE6480FA-6A43-4A4F-ADD1-8ACAA1BCC965}" destId="{1DE19126-9FF1-4E1C-B423-C86DB0E41D71}" srcOrd="2" destOrd="0" presId="urn:microsoft.com/office/officeart/2008/layout/LinedList"/>
    <dgm:cxn modelId="{88DFFB50-11D0-4786-8CAE-CF7774CCB627}" type="presParOf" srcId="{BE6480FA-6A43-4A4F-ADD1-8ACAA1BCC965}" destId="{7C6DE13A-B17D-4C6E-8849-5638D8011401}" srcOrd="3" destOrd="0" presId="urn:microsoft.com/office/officeart/2008/layout/LinedList"/>
    <dgm:cxn modelId="{EFCFF89A-E3AA-4030-8958-B9B1FF2DFDD9}" type="presParOf" srcId="{7C6DE13A-B17D-4C6E-8849-5638D8011401}" destId="{DE0FC2A7-747D-4BEB-BF81-8AD23BDC69DD}" srcOrd="0" destOrd="0" presId="urn:microsoft.com/office/officeart/2008/layout/LinedList"/>
    <dgm:cxn modelId="{24230217-62F7-4A90-AF16-1B3EAE0C891F}" type="presParOf" srcId="{7C6DE13A-B17D-4C6E-8849-5638D8011401}" destId="{0C5C9BD3-50C7-49B9-9B23-0EDD0596EC1B}" srcOrd="1" destOrd="0" presId="urn:microsoft.com/office/officeart/2008/layout/LinedList"/>
    <dgm:cxn modelId="{14560F6A-9449-4856-ADB7-E146ECEC9799}" type="presParOf" srcId="{0C5C9BD3-50C7-49B9-9B23-0EDD0596EC1B}" destId="{F4BDAB81-7F6A-46B2-95D9-EB4DCB77EC1A}" srcOrd="0" destOrd="0" presId="urn:microsoft.com/office/officeart/2008/layout/LinedList"/>
    <dgm:cxn modelId="{7C671BB1-6FC3-41CF-96CB-255E1BC09C1E}" type="presParOf" srcId="{0C5C9BD3-50C7-49B9-9B23-0EDD0596EC1B}" destId="{21326EFA-D0B9-42D8-B157-A51B34F572CA}" srcOrd="1" destOrd="0" presId="urn:microsoft.com/office/officeart/2008/layout/LinedList"/>
    <dgm:cxn modelId="{9295AAA8-13F4-445A-B24E-A09017B63BC0}" type="presParOf" srcId="{21326EFA-D0B9-42D8-B157-A51B34F572CA}" destId="{ADEB4BFB-C9F0-4BEA-BED0-5F829BE196CE}" srcOrd="0" destOrd="0" presId="urn:microsoft.com/office/officeart/2008/layout/LinedList"/>
    <dgm:cxn modelId="{823F9E81-0D72-4481-9BDE-F76C039D719D}" type="presParOf" srcId="{21326EFA-D0B9-42D8-B157-A51B34F572CA}" destId="{E191FD4E-73AC-43C5-AAD3-D5592B7EEA98}" srcOrd="1" destOrd="0" presId="urn:microsoft.com/office/officeart/2008/layout/LinedList"/>
    <dgm:cxn modelId="{DF379D79-0D07-4DF8-B2B3-56F42B671AA1}" type="presParOf" srcId="{21326EFA-D0B9-42D8-B157-A51B34F572CA}" destId="{F83AE029-88C5-44FE-991F-6B371442AECF}" srcOrd="2" destOrd="0" presId="urn:microsoft.com/office/officeart/2008/layout/LinedList"/>
    <dgm:cxn modelId="{CD081B53-D0B4-449A-9868-FB7676421FA2}" type="presParOf" srcId="{0C5C9BD3-50C7-49B9-9B23-0EDD0596EC1B}" destId="{4485E72D-01FB-4102-BEAB-BFF438D0321B}" srcOrd="2" destOrd="0" presId="urn:microsoft.com/office/officeart/2008/layout/LinedList"/>
    <dgm:cxn modelId="{A88137FD-BC31-4338-B58D-38899996D67F}" type="presParOf" srcId="{0C5C9BD3-50C7-49B9-9B23-0EDD0596EC1B}" destId="{50593CBD-CB24-47E7-819D-CA4F285AC6F0}" srcOrd="3" destOrd="0" presId="urn:microsoft.com/office/officeart/2008/layout/LinedList"/>
    <dgm:cxn modelId="{523B4754-CEE3-40B0-8992-86FC6FC04296}" type="presParOf" srcId="{BE6480FA-6A43-4A4F-ADD1-8ACAA1BCC965}" destId="{9798B38B-BA81-4DFC-9C6D-00EB9FD1AA32}" srcOrd="4" destOrd="0" presId="urn:microsoft.com/office/officeart/2008/layout/LinedList"/>
    <dgm:cxn modelId="{C56E7AFB-DA82-439F-A8E9-09846EAD349E}" type="presParOf" srcId="{BE6480FA-6A43-4A4F-ADD1-8ACAA1BCC965}" destId="{E5BFBAD8-2A40-4C63-81C2-195085608592}" srcOrd="5" destOrd="0" presId="urn:microsoft.com/office/officeart/2008/layout/LinedList"/>
    <dgm:cxn modelId="{73698AC2-123E-40E5-97A1-D39BB7CC17A0}" type="presParOf" srcId="{E5BFBAD8-2A40-4C63-81C2-195085608592}" destId="{F3461717-3609-48B8-A90D-E584593E7D1C}" srcOrd="0" destOrd="0" presId="urn:microsoft.com/office/officeart/2008/layout/LinedList"/>
    <dgm:cxn modelId="{D67D3543-8AD1-4FE8-AD6B-778E55237969}" type="presParOf" srcId="{E5BFBAD8-2A40-4C63-81C2-195085608592}" destId="{852B8308-760E-4EC3-B0AF-25CF7253FFA3}" srcOrd="1" destOrd="0" presId="urn:microsoft.com/office/officeart/2008/layout/LinedList"/>
    <dgm:cxn modelId="{EC658C1F-E6DC-4887-8B47-332F69A90C70}" type="presParOf" srcId="{852B8308-760E-4EC3-B0AF-25CF7253FFA3}" destId="{F49FA42E-412B-4872-8D62-5AE68FF8A25E}" srcOrd="0" destOrd="0" presId="urn:microsoft.com/office/officeart/2008/layout/LinedList"/>
    <dgm:cxn modelId="{83A2620C-2F64-418E-9313-8CD996405E10}" type="presParOf" srcId="{852B8308-760E-4EC3-B0AF-25CF7253FFA3}" destId="{E7CFC978-FD8C-48E2-A6FE-818F4E290123}" srcOrd="1" destOrd="0" presId="urn:microsoft.com/office/officeart/2008/layout/LinedList"/>
    <dgm:cxn modelId="{39CB46AC-1035-4837-97A2-258527906C95}" type="presParOf" srcId="{E7CFC978-FD8C-48E2-A6FE-818F4E290123}" destId="{2503B0AD-F014-48E3-889B-503EB95EB124}" srcOrd="0" destOrd="0" presId="urn:microsoft.com/office/officeart/2008/layout/LinedList"/>
    <dgm:cxn modelId="{AED40F58-846A-45C6-BCEE-A7613B9A34AE}" type="presParOf" srcId="{E7CFC978-FD8C-48E2-A6FE-818F4E290123}" destId="{281E114F-16BA-4683-BB1C-05C2923C1EDE}" srcOrd="1" destOrd="0" presId="urn:microsoft.com/office/officeart/2008/layout/LinedList"/>
    <dgm:cxn modelId="{2D3D2CC7-E707-4E28-BACC-68C9005DAA16}" type="presParOf" srcId="{E7CFC978-FD8C-48E2-A6FE-818F4E290123}" destId="{93BFBA3D-16A6-4AFA-AB05-8CA07531806C}" srcOrd="2" destOrd="0" presId="urn:microsoft.com/office/officeart/2008/layout/LinedList"/>
    <dgm:cxn modelId="{90C92D40-B3EB-4CE2-BD02-E1755904918F}" type="presParOf" srcId="{852B8308-760E-4EC3-B0AF-25CF7253FFA3}" destId="{06D2941C-BE6E-4435-8C75-A3A8D2CF5C4C}" srcOrd="2" destOrd="0" presId="urn:microsoft.com/office/officeart/2008/layout/LinedList"/>
    <dgm:cxn modelId="{CA5F4473-48BC-46D0-A1AF-E9F1B71DA753}" type="presParOf" srcId="{852B8308-760E-4EC3-B0AF-25CF7253FFA3}" destId="{8F9B3F63-3BE9-465E-A53B-5340D25B0004}" srcOrd="3" destOrd="0" presId="urn:microsoft.com/office/officeart/2008/layout/LinedList"/>
    <dgm:cxn modelId="{8FE3C65B-1964-4C3C-9FD6-BBFB24C69C14}" type="presParOf" srcId="{BE6480FA-6A43-4A4F-ADD1-8ACAA1BCC965}" destId="{0AC9FBA2-308D-4E44-99F0-8D3A0760FEC0}" srcOrd="6" destOrd="0" presId="urn:microsoft.com/office/officeart/2008/layout/LinedList"/>
    <dgm:cxn modelId="{AA5150AF-FDD4-4D5D-B17C-6F2DA05293B2}" type="presParOf" srcId="{BE6480FA-6A43-4A4F-ADD1-8ACAA1BCC965}" destId="{2B6CCAAC-4E8E-49D6-B35C-0964056429C1}" srcOrd="7" destOrd="0" presId="urn:microsoft.com/office/officeart/2008/layout/LinedList"/>
    <dgm:cxn modelId="{2C83A9EF-6DDF-4947-88B3-7E7C27965B1E}" type="presParOf" srcId="{2B6CCAAC-4E8E-49D6-B35C-0964056429C1}" destId="{CD14FAB0-F27E-4751-8DC5-88D2ABADE1CE}" srcOrd="0" destOrd="0" presId="urn:microsoft.com/office/officeart/2008/layout/LinedList"/>
    <dgm:cxn modelId="{C0A8D9C2-CC84-4355-92B6-263CB84732DC}" type="presParOf" srcId="{2B6CCAAC-4E8E-49D6-B35C-0964056429C1}" destId="{C028D23C-B44F-48CE-A614-6E41DB45370A}" srcOrd="1" destOrd="0" presId="urn:microsoft.com/office/officeart/2008/layout/LinedList"/>
    <dgm:cxn modelId="{F4C295FC-A3DB-4EE7-BEF9-CBCFFED9F89F}" type="presParOf" srcId="{C028D23C-B44F-48CE-A614-6E41DB45370A}" destId="{233A4738-392D-444D-AB29-52CA93A9ED75}" srcOrd="0" destOrd="0" presId="urn:microsoft.com/office/officeart/2008/layout/LinedList"/>
    <dgm:cxn modelId="{191D83DC-18BA-414E-B45C-D90BEB77FFC1}" type="presParOf" srcId="{C028D23C-B44F-48CE-A614-6E41DB45370A}" destId="{0CFC90FD-CFAF-470F-A1ED-F1F8F91EFCBF}" srcOrd="1" destOrd="0" presId="urn:microsoft.com/office/officeart/2008/layout/LinedList"/>
    <dgm:cxn modelId="{B9868740-1DC5-4470-82D9-88D229E8E53D}" type="presParOf" srcId="{0CFC90FD-CFAF-470F-A1ED-F1F8F91EFCBF}" destId="{71AA1A52-931C-43B5-8793-76D9C0F3DEDD}" srcOrd="0" destOrd="0" presId="urn:microsoft.com/office/officeart/2008/layout/LinedList"/>
    <dgm:cxn modelId="{1D8B3311-BDE0-4F76-9481-A49EAFA67D2D}" type="presParOf" srcId="{0CFC90FD-CFAF-470F-A1ED-F1F8F91EFCBF}" destId="{B64355F9-431B-4A82-BB3A-F8353F0F261F}" srcOrd="1" destOrd="0" presId="urn:microsoft.com/office/officeart/2008/layout/LinedList"/>
    <dgm:cxn modelId="{1A97614E-3D31-404D-966D-55575E8C4C68}" type="presParOf" srcId="{0CFC90FD-CFAF-470F-A1ED-F1F8F91EFCBF}" destId="{8A90233B-EA70-42E6-8425-EE85907A9600}" srcOrd="2" destOrd="0" presId="urn:microsoft.com/office/officeart/2008/layout/LinedList"/>
    <dgm:cxn modelId="{925BA5A8-8C19-44FE-B4CF-0DD41180227E}" type="presParOf" srcId="{C028D23C-B44F-48CE-A614-6E41DB45370A}" destId="{CC448B56-83B4-4684-8422-101C49072478}" srcOrd="2" destOrd="0" presId="urn:microsoft.com/office/officeart/2008/layout/LinedList"/>
    <dgm:cxn modelId="{63AAC71E-5605-44EB-BF73-4B37BCF0FA33}" type="presParOf" srcId="{C028D23C-B44F-48CE-A614-6E41DB45370A}" destId="{1573A7B9-8748-444D-B9B8-46512D3204D0}"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EEA541-E2CB-4C57-9A0F-9348EDFABEDD}" type="doc">
      <dgm:prSet loTypeId="urn:microsoft.com/office/officeart/2008/layout/AlternatingHexagons" loCatId="list" qsTypeId="urn:microsoft.com/office/officeart/2005/8/quickstyle/simple4" qsCatId="simple" csTypeId="urn:microsoft.com/office/officeart/2005/8/colors/accent1_2" csCatId="accent1" phldr="1"/>
      <dgm:spPr/>
      <dgm:t>
        <a:bodyPr/>
        <a:lstStyle/>
        <a:p>
          <a:endParaRPr lang="en-US"/>
        </a:p>
      </dgm:t>
    </dgm:pt>
    <dgm:pt modelId="{CEDBA0F7-9904-456E-B6A5-F41BB0A67536}">
      <dgm:prSet/>
      <dgm:spPr/>
      <dgm:t>
        <a:bodyPr/>
        <a:lstStyle/>
        <a:p>
          <a:pPr>
            <a:defRPr cap="all"/>
          </a:pPr>
          <a:r>
            <a:rPr lang="en-GB" b="1"/>
            <a:t>Noticing things that are unsaid</a:t>
          </a:r>
          <a:endParaRPr lang="en-US"/>
        </a:p>
      </dgm:t>
    </dgm:pt>
    <dgm:pt modelId="{A3975CF6-D754-497F-B389-3D3C795FE685}" type="parTrans" cxnId="{959D5FA0-6EFF-45DE-B006-BBC15FE519AC}">
      <dgm:prSet/>
      <dgm:spPr/>
      <dgm:t>
        <a:bodyPr/>
        <a:lstStyle/>
        <a:p>
          <a:endParaRPr lang="en-US"/>
        </a:p>
      </dgm:t>
    </dgm:pt>
    <dgm:pt modelId="{83BDBE7C-BF19-4150-B425-624002CF5EDE}" type="sibTrans" cxnId="{959D5FA0-6EFF-45DE-B006-BBC15FE519AC}">
      <dgm:prSet/>
      <dgm:spPr/>
      <dgm:t>
        <a:bodyPr/>
        <a:lstStyle/>
        <a:p>
          <a:r>
            <a:rPr lang="en-GB" b="1" dirty="0"/>
            <a:t>A better understanding of people</a:t>
          </a:r>
          <a:endParaRPr lang="en-US" dirty="0"/>
        </a:p>
      </dgm:t>
    </dgm:pt>
    <dgm:pt modelId="{9AD592AA-3008-4D00-9BEC-255FAD23F5B1}">
      <dgm:prSet/>
      <dgm:spPr/>
      <dgm:t>
        <a:bodyPr/>
        <a:lstStyle/>
        <a:p>
          <a:pPr>
            <a:defRPr cap="all"/>
          </a:pPr>
          <a:r>
            <a:rPr lang="en-GB" b="1"/>
            <a:t>Dealing easily with conflicts</a:t>
          </a:r>
          <a:endParaRPr lang="en-US"/>
        </a:p>
      </dgm:t>
    </dgm:pt>
    <dgm:pt modelId="{E22A2A81-F59E-47BB-A245-CB6A1E26BAFF}" type="parTrans" cxnId="{391CDFE9-F2E8-4559-AE85-44988E2837A6}">
      <dgm:prSet/>
      <dgm:spPr/>
      <dgm:t>
        <a:bodyPr/>
        <a:lstStyle/>
        <a:p>
          <a:endParaRPr lang="en-US"/>
        </a:p>
      </dgm:t>
    </dgm:pt>
    <dgm:pt modelId="{DD740A97-F693-4C3B-961D-B1C067754F82}" type="sibTrans" cxnId="{391CDFE9-F2E8-4559-AE85-44988E2837A6}">
      <dgm:prSet/>
      <dgm:spPr/>
      <dgm:t>
        <a:bodyPr/>
        <a:lstStyle/>
        <a:p>
          <a:r>
            <a:rPr lang="en-GB" b="1" dirty="0"/>
            <a:t>Building stronger customer relationships</a:t>
          </a:r>
          <a:endParaRPr lang="en-US" dirty="0"/>
        </a:p>
      </dgm:t>
    </dgm:pt>
    <dgm:pt modelId="{CA6EE706-3B34-4BE0-8C0D-D2F4CC77FCBC}">
      <dgm:prSet/>
      <dgm:spPr/>
      <dgm:t>
        <a:bodyPr/>
        <a:lstStyle/>
        <a:p>
          <a:pPr>
            <a:defRPr cap="all"/>
          </a:pPr>
          <a:r>
            <a:rPr lang="en-GB" b="1"/>
            <a:t>Invoking empathy from customers</a:t>
          </a:r>
        </a:p>
      </dgm:t>
    </dgm:pt>
    <dgm:pt modelId="{3CD7B8A5-3137-4A8B-A0EA-EE207371D2BA}" type="parTrans" cxnId="{09A31F54-F397-473D-9905-C45563412C70}">
      <dgm:prSet/>
      <dgm:spPr/>
      <dgm:t>
        <a:bodyPr/>
        <a:lstStyle/>
        <a:p>
          <a:endParaRPr lang="en-GB"/>
        </a:p>
      </dgm:t>
    </dgm:pt>
    <dgm:pt modelId="{1F5B94C9-1EA4-4BF7-AFEF-6E8EFBC0B143}" type="sibTrans" cxnId="{09A31F54-F397-473D-9905-C45563412C70}">
      <dgm:prSet/>
      <dgm:spPr/>
      <dgm:t>
        <a:bodyPr/>
        <a:lstStyle/>
        <a:p>
          <a:r>
            <a:rPr lang="en-GB" b="1" dirty="0"/>
            <a:t>Predicting action and reaction</a:t>
          </a:r>
          <a:endParaRPr lang="en-GB" dirty="0"/>
        </a:p>
      </dgm:t>
    </dgm:pt>
    <dgm:pt modelId="{5D20A812-B21C-4553-A91C-D4C26C720C6F}" type="pres">
      <dgm:prSet presAssocID="{DEEEA541-E2CB-4C57-9A0F-9348EDFABEDD}" presName="Name0" presStyleCnt="0">
        <dgm:presLayoutVars>
          <dgm:chMax/>
          <dgm:chPref/>
          <dgm:dir/>
          <dgm:animLvl val="lvl"/>
        </dgm:presLayoutVars>
      </dgm:prSet>
      <dgm:spPr/>
    </dgm:pt>
    <dgm:pt modelId="{657CF858-B57E-49F0-9BAD-EF50F1A91B0F}" type="pres">
      <dgm:prSet presAssocID="{CEDBA0F7-9904-456E-B6A5-F41BB0A67536}" presName="composite" presStyleCnt="0"/>
      <dgm:spPr/>
    </dgm:pt>
    <dgm:pt modelId="{CDC113EC-001C-45BF-A612-CDC2AA2A6D0B}" type="pres">
      <dgm:prSet presAssocID="{CEDBA0F7-9904-456E-B6A5-F41BB0A67536}" presName="Parent1" presStyleLbl="node1" presStyleIdx="0" presStyleCnt="6">
        <dgm:presLayoutVars>
          <dgm:chMax val="1"/>
          <dgm:chPref val="1"/>
          <dgm:bulletEnabled val="1"/>
        </dgm:presLayoutVars>
      </dgm:prSet>
      <dgm:spPr/>
    </dgm:pt>
    <dgm:pt modelId="{1D1DA663-D274-497A-87D5-D6AC1F4191D8}" type="pres">
      <dgm:prSet presAssocID="{CEDBA0F7-9904-456E-B6A5-F41BB0A67536}" presName="Childtext1" presStyleLbl="revTx" presStyleIdx="0" presStyleCnt="3">
        <dgm:presLayoutVars>
          <dgm:chMax val="0"/>
          <dgm:chPref val="0"/>
          <dgm:bulletEnabled val="1"/>
        </dgm:presLayoutVars>
      </dgm:prSet>
      <dgm:spPr/>
    </dgm:pt>
    <dgm:pt modelId="{B1441821-B4C9-425B-8D41-06CB9E3810A9}" type="pres">
      <dgm:prSet presAssocID="{CEDBA0F7-9904-456E-B6A5-F41BB0A67536}" presName="BalanceSpacing" presStyleCnt="0"/>
      <dgm:spPr/>
    </dgm:pt>
    <dgm:pt modelId="{11AEE198-EC73-4A1E-9B07-19DEADB0E65F}" type="pres">
      <dgm:prSet presAssocID="{CEDBA0F7-9904-456E-B6A5-F41BB0A67536}" presName="BalanceSpacing1" presStyleCnt="0"/>
      <dgm:spPr/>
    </dgm:pt>
    <dgm:pt modelId="{5ED2E87E-FD5E-480A-A090-EC49E839FEE3}" type="pres">
      <dgm:prSet presAssocID="{83BDBE7C-BF19-4150-B425-624002CF5EDE}" presName="Accent1Text" presStyleLbl="node1" presStyleIdx="1" presStyleCnt="6"/>
      <dgm:spPr/>
    </dgm:pt>
    <dgm:pt modelId="{7854DC49-CC3F-48B9-9E9A-FBA4B14AE603}" type="pres">
      <dgm:prSet presAssocID="{83BDBE7C-BF19-4150-B425-624002CF5EDE}" presName="spaceBetweenRectangles" presStyleCnt="0"/>
      <dgm:spPr/>
    </dgm:pt>
    <dgm:pt modelId="{CA883974-906E-46EF-ADAA-48A95672C1A3}" type="pres">
      <dgm:prSet presAssocID="{CA6EE706-3B34-4BE0-8C0D-D2F4CC77FCBC}" presName="composite" presStyleCnt="0"/>
      <dgm:spPr/>
    </dgm:pt>
    <dgm:pt modelId="{2917BB17-1E19-4A60-851B-EEC4771B7CDB}" type="pres">
      <dgm:prSet presAssocID="{CA6EE706-3B34-4BE0-8C0D-D2F4CC77FCBC}" presName="Parent1" presStyleLbl="node1" presStyleIdx="2" presStyleCnt="6">
        <dgm:presLayoutVars>
          <dgm:chMax val="1"/>
          <dgm:chPref val="1"/>
          <dgm:bulletEnabled val="1"/>
        </dgm:presLayoutVars>
      </dgm:prSet>
      <dgm:spPr/>
    </dgm:pt>
    <dgm:pt modelId="{DA324122-FCA9-4034-980C-5E96DD1C5163}" type="pres">
      <dgm:prSet presAssocID="{CA6EE706-3B34-4BE0-8C0D-D2F4CC77FCBC}" presName="Childtext1" presStyleLbl="revTx" presStyleIdx="1" presStyleCnt="3">
        <dgm:presLayoutVars>
          <dgm:chMax val="0"/>
          <dgm:chPref val="0"/>
          <dgm:bulletEnabled val="1"/>
        </dgm:presLayoutVars>
      </dgm:prSet>
      <dgm:spPr/>
    </dgm:pt>
    <dgm:pt modelId="{53A9EC39-410E-4964-90E3-3C636CC2917B}" type="pres">
      <dgm:prSet presAssocID="{CA6EE706-3B34-4BE0-8C0D-D2F4CC77FCBC}" presName="BalanceSpacing" presStyleCnt="0"/>
      <dgm:spPr/>
    </dgm:pt>
    <dgm:pt modelId="{A32A0F3A-5AF5-4605-B49D-1C459E340F3C}" type="pres">
      <dgm:prSet presAssocID="{CA6EE706-3B34-4BE0-8C0D-D2F4CC77FCBC}" presName="BalanceSpacing1" presStyleCnt="0"/>
      <dgm:spPr/>
    </dgm:pt>
    <dgm:pt modelId="{D8DDB764-4FE0-49FB-A0F7-D9F55DAB9C32}" type="pres">
      <dgm:prSet presAssocID="{1F5B94C9-1EA4-4BF7-AFEF-6E8EFBC0B143}" presName="Accent1Text" presStyleLbl="node1" presStyleIdx="3" presStyleCnt="6"/>
      <dgm:spPr/>
    </dgm:pt>
    <dgm:pt modelId="{32C68C87-D988-471E-946D-9739DF0EB773}" type="pres">
      <dgm:prSet presAssocID="{1F5B94C9-1EA4-4BF7-AFEF-6E8EFBC0B143}" presName="spaceBetweenRectangles" presStyleCnt="0"/>
      <dgm:spPr/>
    </dgm:pt>
    <dgm:pt modelId="{3E47BE97-4FA4-4D73-BFF9-2559DA6E9E0F}" type="pres">
      <dgm:prSet presAssocID="{9AD592AA-3008-4D00-9BEC-255FAD23F5B1}" presName="composite" presStyleCnt="0"/>
      <dgm:spPr/>
    </dgm:pt>
    <dgm:pt modelId="{3A3C4C5A-284E-4D84-8815-D08A60DD73D4}" type="pres">
      <dgm:prSet presAssocID="{9AD592AA-3008-4D00-9BEC-255FAD23F5B1}" presName="Parent1" presStyleLbl="node1" presStyleIdx="4" presStyleCnt="6">
        <dgm:presLayoutVars>
          <dgm:chMax val="1"/>
          <dgm:chPref val="1"/>
          <dgm:bulletEnabled val="1"/>
        </dgm:presLayoutVars>
      </dgm:prSet>
      <dgm:spPr/>
    </dgm:pt>
    <dgm:pt modelId="{59ECFCE0-59AB-4C4E-93C4-339C09AD9B44}" type="pres">
      <dgm:prSet presAssocID="{9AD592AA-3008-4D00-9BEC-255FAD23F5B1}" presName="Childtext1" presStyleLbl="revTx" presStyleIdx="2" presStyleCnt="3">
        <dgm:presLayoutVars>
          <dgm:chMax val="0"/>
          <dgm:chPref val="0"/>
          <dgm:bulletEnabled val="1"/>
        </dgm:presLayoutVars>
      </dgm:prSet>
      <dgm:spPr/>
    </dgm:pt>
    <dgm:pt modelId="{7A64D95E-2A29-4EE1-B9A7-B6A65A17C4B4}" type="pres">
      <dgm:prSet presAssocID="{9AD592AA-3008-4D00-9BEC-255FAD23F5B1}" presName="BalanceSpacing" presStyleCnt="0"/>
      <dgm:spPr/>
    </dgm:pt>
    <dgm:pt modelId="{7DC918A2-775E-4CB3-B3CE-E9BD1C0830EF}" type="pres">
      <dgm:prSet presAssocID="{9AD592AA-3008-4D00-9BEC-255FAD23F5B1}" presName="BalanceSpacing1" presStyleCnt="0"/>
      <dgm:spPr/>
    </dgm:pt>
    <dgm:pt modelId="{D4B93C86-1E50-4EED-8024-581A589F9630}" type="pres">
      <dgm:prSet presAssocID="{DD740A97-F693-4C3B-961D-B1C067754F82}" presName="Accent1Text" presStyleLbl="node1" presStyleIdx="5" presStyleCnt="6"/>
      <dgm:spPr/>
    </dgm:pt>
  </dgm:ptLst>
  <dgm:cxnLst>
    <dgm:cxn modelId="{24218415-D694-47CA-8459-F42EDCB61FD7}" type="presOf" srcId="{9AD592AA-3008-4D00-9BEC-255FAD23F5B1}" destId="{3A3C4C5A-284E-4D84-8815-D08A60DD73D4}" srcOrd="0" destOrd="0" presId="urn:microsoft.com/office/officeart/2008/layout/AlternatingHexagons"/>
    <dgm:cxn modelId="{C2FFF25C-DAA7-4C55-AD57-D2A13BDEEAE7}" type="presOf" srcId="{CA6EE706-3B34-4BE0-8C0D-D2F4CC77FCBC}" destId="{2917BB17-1E19-4A60-851B-EEC4771B7CDB}" srcOrd="0" destOrd="0" presId="urn:microsoft.com/office/officeart/2008/layout/AlternatingHexagons"/>
    <dgm:cxn modelId="{30736470-27D9-4ABD-9662-85256017E1B9}" type="presOf" srcId="{1F5B94C9-1EA4-4BF7-AFEF-6E8EFBC0B143}" destId="{D8DDB764-4FE0-49FB-A0F7-D9F55DAB9C32}" srcOrd="0" destOrd="0" presId="urn:microsoft.com/office/officeart/2008/layout/AlternatingHexagons"/>
    <dgm:cxn modelId="{09A31F54-F397-473D-9905-C45563412C70}" srcId="{DEEEA541-E2CB-4C57-9A0F-9348EDFABEDD}" destId="{CA6EE706-3B34-4BE0-8C0D-D2F4CC77FCBC}" srcOrd="1" destOrd="0" parTransId="{3CD7B8A5-3137-4A8B-A0EA-EE207371D2BA}" sibTransId="{1F5B94C9-1EA4-4BF7-AFEF-6E8EFBC0B143}"/>
    <dgm:cxn modelId="{6B41608F-9C3B-4546-8185-3BC41E6957A4}" type="presOf" srcId="{DD740A97-F693-4C3B-961D-B1C067754F82}" destId="{D4B93C86-1E50-4EED-8024-581A589F9630}" srcOrd="0" destOrd="0" presId="urn:microsoft.com/office/officeart/2008/layout/AlternatingHexagons"/>
    <dgm:cxn modelId="{EEF08295-B4BB-4C3F-BCA9-FB51129FB6B0}" type="presOf" srcId="{CEDBA0F7-9904-456E-B6A5-F41BB0A67536}" destId="{CDC113EC-001C-45BF-A612-CDC2AA2A6D0B}" srcOrd="0" destOrd="0" presId="urn:microsoft.com/office/officeart/2008/layout/AlternatingHexagons"/>
    <dgm:cxn modelId="{959D5FA0-6EFF-45DE-B006-BBC15FE519AC}" srcId="{DEEEA541-E2CB-4C57-9A0F-9348EDFABEDD}" destId="{CEDBA0F7-9904-456E-B6A5-F41BB0A67536}" srcOrd="0" destOrd="0" parTransId="{A3975CF6-D754-497F-B389-3D3C795FE685}" sibTransId="{83BDBE7C-BF19-4150-B425-624002CF5EDE}"/>
    <dgm:cxn modelId="{B78B23C8-E717-43F6-ABC2-2ACE9161F7B8}" type="presOf" srcId="{83BDBE7C-BF19-4150-B425-624002CF5EDE}" destId="{5ED2E87E-FD5E-480A-A090-EC49E839FEE3}" srcOrd="0" destOrd="0" presId="urn:microsoft.com/office/officeart/2008/layout/AlternatingHexagons"/>
    <dgm:cxn modelId="{E7E9CDDB-70AD-4237-B11A-A801C2CFF8B4}" type="presOf" srcId="{DEEEA541-E2CB-4C57-9A0F-9348EDFABEDD}" destId="{5D20A812-B21C-4553-A91C-D4C26C720C6F}" srcOrd="0" destOrd="0" presId="urn:microsoft.com/office/officeart/2008/layout/AlternatingHexagons"/>
    <dgm:cxn modelId="{391CDFE9-F2E8-4559-AE85-44988E2837A6}" srcId="{DEEEA541-E2CB-4C57-9A0F-9348EDFABEDD}" destId="{9AD592AA-3008-4D00-9BEC-255FAD23F5B1}" srcOrd="2" destOrd="0" parTransId="{E22A2A81-F59E-47BB-A245-CB6A1E26BAFF}" sibTransId="{DD740A97-F693-4C3B-961D-B1C067754F82}"/>
    <dgm:cxn modelId="{1512AE02-0306-43B0-8FE5-AA545CB001EC}" type="presParOf" srcId="{5D20A812-B21C-4553-A91C-D4C26C720C6F}" destId="{657CF858-B57E-49F0-9BAD-EF50F1A91B0F}" srcOrd="0" destOrd="0" presId="urn:microsoft.com/office/officeart/2008/layout/AlternatingHexagons"/>
    <dgm:cxn modelId="{305E57A4-65B9-4757-B35C-82852CB9F7AC}" type="presParOf" srcId="{657CF858-B57E-49F0-9BAD-EF50F1A91B0F}" destId="{CDC113EC-001C-45BF-A612-CDC2AA2A6D0B}" srcOrd="0" destOrd="0" presId="urn:microsoft.com/office/officeart/2008/layout/AlternatingHexagons"/>
    <dgm:cxn modelId="{753F7CB6-2C75-4EDE-AB66-CF97E2312487}" type="presParOf" srcId="{657CF858-B57E-49F0-9BAD-EF50F1A91B0F}" destId="{1D1DA663-D274-497A-87D5-D6AC1F4191D8}" srcOrd="1" destOrd="0" presId="urn:microsoft.com/office/officeart/2008/layout/AlternatingHexagons"/>
    <dgm:cxn modelId="{FFCEF811-DCB2-49C6-9865-BF195D66F365}" type="presParOf" srcId="{657CF858-B57E-49F0-9BAD-EF50F1A91B0F}" destId="{B1441821-B4C9-425B-8D41-06CB9E3810A9}" srcOrd="2" destOrd="0" presId="urn:microsoft.com/office/officeart/2008/layout/AlternatingHexagons"/>
    <dgm:cxn modelId="{B3B65884-1E8A-4CC6-873B-57EF299EFADA}" type="presParOf" srcId="{657CF858-B57E-49F0-9BAD-EF50F1A91B0F}" destId="{11AEE198-EC73-4A1E-9B07-19DEADB0E65F}" srcOrd="3" destOrd="0" presId="urn:microsoft.com/office/officeart/2008/layout/AlternatingHexagons"/>
    <dgm:cxn modelId="{A9E02EDB-6810-4BB5-B3EE-B8FCA5F4AC2F}" type="presParOf" srcId="{657CF858-B57E-49F0-9BAD-EF50F1A91B0F}" destId="{5ED2E87E-FD5E-480A-A090-EC49E839FEE3}" srcOrd="4" destOrd="0" presId="urn:microsoft.com/office/officeart/2008/layout/AlternatingHexagons"/>
    <dgm:cxn modelId="{67725652-1BFB-45BD-AE48-05A31FAC3BBC}" type="presParOf" srcId="{5D20A812-B21C-4553-A91C-D4C26C720C6F}" destId="{7854DC49-CC3F-48B9-9E9A-FBA4B14AE603}" srcOrd="1" destOrd="0" presId="urn:microsoft.com/office/officeart/2008/layout/AlternatingHexagons"/>
    <dgm:cxn modelId="{10D02966-EA21-4DF5-B747-643F59B4F057}" type="presParOf" srcId="{5D20A812-B21C-4553-A91C-D4C26C720C6F}" destId="{CA883974-906E-46EF-ADAA-48A95672C1A3}" srcOrd="2" destOrd="0" presId="urn:microsoft.com/office/officeart/2008/layout/AlternatingHexagons"/>
    <dgm:cxn modelId="{68B91D4C-E93E-4230-AC47-00C15C7787C5}" type="presParOf" srcId="{CA883974-906E-46EF-ADAA-48A95672C1A3}" destId="{2917BB17-1E19-4A60-851B-EEC4771B7CDB}" srcOrd="0" destOrd="0" presId="urn:microsoft.com/office/officeart/2008/layout/AlternatingHexagons"/>
    <dgm:cxn modelId="{C301B898-4461-4EF2-B0A5-388448313C69}" type="presParOf" srcId="{CA883974-906E-46EF-ADAA-48A95672C1A3}" destId="{DA324122-FCA9-4034-980C-5E96DD1C5163}" srcOrd="1" destOrd="0" presId="urn:microsoft.com/office/officeart/2008/layout/AlternatingHexagons"/>
    <dgm:cxn modelId="{FC02EA43-7A35-4AA4-98CC-ED78856E862C}" type="presParOf" srcId="{CA883974-906E-46EF-ADAA-48A95672C1A3}" destId="{53A9EC39-410E-4964-90E3-3C636CC2917B}" srcOrd="2" destOrd="0" presId="urn:microsoft.com/office/officeart/2008/layout/AlternatingHexagons"/>
    <dgm:cxn modelId="{EDC9408F-F72E-441E-A2E5-B475996AE7B0}" type="presParOf" srcId="{CA883974-906E-46EF-ADAA-48A95672C1A3}" destId="{A32A0F3A-5AF5-4605-B49D-1C459E340F3C}" srcOrd="3" destOrd="0" presId="urn:microsoft.com/office/officeart/2008/layout/AlternatingHexagons"/>
    <dgm:cxn modelId="{DC1F6C4A-55F8-4FD7-A5F5-54C7E4F4631D}" type="presParOf" srcId="{CA883974-906E-46EF-ADAA-48A95672C1A3}" destId="{D8DDB764-4FE0-49FB-A0F7-D9F55DAB9C32}" srcOrd="4" destOrd="0" presId="urn:microsoft.com/office/officeart/2008/layout/AlternatingHexagons"/>
    <dgm:cxn modelId="{445B1FE2-2820-467E-9ED6-385847FD421D}" type="presParOf" srcId="{5D20A812-B21C-4553-A91C-D4C26C720C6F}" destId="{32C68C87-D988-471E-946D-9739DF0EB773}" srcOrd="3" destOrd="0" presId="urn:microsoft.com/office/officeart/2008/layout/AlternatingHexagons"/>
    <dgm:cxn modelId="{F312CA27-314F-4542-A772-1A9BD0F8D8D1}" type="presParOf" srcId="{5D20A812-B21C-4553-A91C-D4C26C720C6F}" destId="{3E47BE97-4FA4-4D73-BFF9-2559DA6E9E0F}" srcOrd="4" destOrd="0" presId="urn:microsoft.com/office/officeart/2008/layout/AlternatingHexagons"/>
    <dgm:cxn modelId="{8CD6DDA0-334C-440E-A455-275A03E30DDE}" type="presParOf" srcId="{3E47BE97-4FA4-4D73-BFF9-2559DA6E9E0F}" destId="{3A3C4C5A-284E-4D84-8815-D08A60DD73D4}" srcOrd="0" destOrd="0" presId="urn:microsoft.com/office/officeart/2008/layout/AlternatingHexagons"/>
    <dgm:cxn modelId="{E83316AE-7352-4A7F-A27B-A47E1AD9C94B}" type="presParOf" srcId="{3E47BE97-4FA4-4D73-BFF9-2559DA6E9E0F}" destId="{59ECFCE0-59AB-4C4E-93C4-339C09AD9B44}" srcOrd="1" destOrd="0" presId="urn:microsoft.com/office/officeart/2008/layout/AlternatingHexagons"/>
    <dgm:cxn modelId="{67FB3AD5-1E0A-4FD9-847F-656405073039}" type="presParOf" srcId="{3E47BE97-4FA4-4D73-BFF9-2559DA6E9E0F}" destId="{7A64D95E-2A29-4EE1-B9A7-B6A65A17C4B4}" srcOrd="2" destOrd="0" presId="urn:microsoft.com/office/officeart/2008/layout/AlternatingHexagons"/>
    <dgm:cxn modelId="{C91DA1E4-676C-4804-8386-4C15C136955B}" type="presParOf" srcId="{3E47BE97-4FA4-4D73-BFF9-2559DA6E9E0F}" destId="{7DC918A2-775E-4CB3-B3CE-E9BD1C0830EF}" srcOrd="3" destOrd="0" presId="urn:microsoft.com/office/officeart/2008/layout/AlternatingHexagons"/>
    <dgm:cxn modelId="{3CE269AA-7B25-4347-8CD2-0C902230C7F5}" type="presParOf" srcId="{3E47BE97-4FA4-4D73-BFF9-2559DA6E9E0F}" destId="{D4B93C86-1E50-4EED-8024-581A589F9630}"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2D4226-BDD0-4A44-B34A-DA9C2D600B4B}" type="doc">
      <dgm:prSet loTypeId="urn:microsoft.com/office/officeart/2016/7/layout/RepeatingBendingProcessNew" loCatId="process" qsTypeId="urn:microsoft.com/office/officeart/2005/8/quickstyle/3d3" qsCatId="3D" csTypeId="urn:microsoft.com/office/officeart/2005/8/colors/colorful5" csCatId="colorful" phldr="1"/>
      <dgm:spPr/>
      <dgm:t>
        <a:bodyPr/>
        <a:lstStyle/>
        <a:p>
          <a:endParaRPr lang="en-US"/>
        </a:p>
      </dgm:t>
    </dgm:pt>
    <dgm:pt modelId="{48E389BD-A658-474D-A249-9D1EF239E74B}">
      <dgm:prSet/>
      <dgm:spPr/>
      <dgm:t>
        <a:bodyPr/>
        <a:lstStyle/>
        <a:p>
          <a:r>
            <a:rPr lang="en-GB" dirty="0"/>
            <a:t>Tone mismatch between the agent and the customer – One of them is too formal and the other too informal.</a:t>
          </a:r>
          <a:endParaRPr lang="en-US" dirty="0"/>
        </a:p>
      </dgm:t>
    </dgm:pt>
    <dgm:pt modelId="{F6799AA0-0185-4227-B200-728016B28B68}" type="parTrans" cxnId="{C9DB9FC0-502A-453D-A876-8E00A40192C1}">
      <dgm:prSet/>
      <dgm:spPr/>
      <dgm:t>
        <a:bodyPr/>
        <a:lstStyle/>
        <a:p>
          <a:endParaRPr lang="en-GB"/>
        </a:p>
      </dgm:t>
    </dgm:pt>
    <dgm:pt modelId="{C0F09B16-37BD-4034-BEA4-522F27063996}" type="sibTrans" cxnId="{C9DB9FC0-502A-453D-A876-8E00A40192C1}">
      <dgm:prSet/>
      <dgm:spPr/>
      <dgm:t>
        <a:bodyPr/>
        <a:lstStyle/>
        <a:p>
          <a:endParaRPr lang="en-GB"/>
        </a:p>
      </dgm:t>
    </dgm:pt>
    <dgm:pt modelId="{1898F961-6726-42D3-AF4F-CD01A22CFC8A}">
      <dgm:prSet/>
      <dgm:spPr/>
      <dgm:t>
        <a:bodyPr/>
        <a:lstStyle/>
        <a:p>
          <a:r>
            <a:rPr lang="en-GB" dirty="0"/>
            <a:t>Late responses are sent without apologies.</a:t>
          </a:r>
        </a:p>
      </dgm:t>
    </dgm:pt>
    <dgm:pt modelId="{B5ABC29F-7AB1-46EA-9ACA-67B82EAC4B27}" type="parTrans" cxnId="{CA8A8791-921A-4ECD-9352-DF1EBB00DEDA}">
      <dgm:prSet/>
      <dgm:spPr/>
      <dgm:t>
        <a:bodyPr/>
        <a:lstStyle/>
        <a:p>
          <a:endParaRPr lang="en-GB"/>
        </a:p>
      </dgm:t>
    </dgm:pt>
    <dgm:pt modelId="{BBB2C696-F67F-4EC0-9A74-33D96443C193}" type="sibTrans" cxnId="{CA8A8791-921A-4ECD-9352-DF1EBB00DEDA}">
      <dgm:prSet/>
      <dgm:spPr/>
      <dgm:t>
        <a:bodyPr/>
        <a:lstStyle/>
        <a:p>
          <a:endParaRPr lang="en-GB"/>
        </a:p>
      </dgm:t>
    </dgm:pt>
    <dgm:pt modelId="{4C8DEF12-036C-45A0-A932-F3E036CB7BA8}">
      <dgm:prSet/>
      <dgm:spPr/>
      <dgm:t>
        <a:bodyPr/>
        <a:lstStyle/>
        <a:p>
          <a:r>
            <a:rPr lang="en-GB" dirty="0"/>
            <a:t>Customers being discouraged from contacting support, through words and behavior.</a:t>
          </a:r>
        </a:p>
      </dgm:t>
    </dgm:pt>
    <dgm:pt modelId="{ED307E0D-2664-440E-9121-9132DC3F6A2F}" type="parTrans" cxnId="{0C1A0A6F-1864-4736-8CEE-E2FB2193DD52}">
      <dgm:prSet/>
      <dgm:spPr/>
      <dgm:t>
        <a:bodyPr/>
        <a:lstStyle/>
        <a:p>
          <a:endParaRPr lang="en-GB"/>
        </a:p>
      </dgm:t>
    </dgm:pt>
    <dgm:pt modelId="{E7FE481A-BECD-48CC-8007-3A71B18F854E}" type="sibTrans" cxnId="{0C1A0A6F-1864-4736-8CEE-E2FB2193DD52}">
      <dgm:prSet/>
      <dgm:spPr/>
      <dgm:t>
        <a:bodyPr/>
        <a:lstStyle/>
        <a:p>
          <a:endParaRPr lang="en-GB"/>
        </a:p>
      </dgm:t>
    </dgm:pt>
    <dgm:pt modelId="{9B687D3D-B9EE-47CF-BB2F-5DE8A47A2914}">
      <dgm:prSet/>
      <dgm:spPr/>
      <dgm:t>
        <a:bodyPr/>
        <a:lstStyle/>
        <a:p>
          <a:r>
            <a:rPr lang="en-GB" dirty="0"/>
            <a:t>Agents with the Somebody Else’s Problem syndrome – That is, issues getting deflected to other departments without any explanations or follow-ups.</a:t>
          </a:r>
        </a:p>
      </dgm:t>
    </dgm:pt>
    <dgm:pt modelId="{469026D1-B732-4E14-B6A2-C190E7170EB1}" type="parTrans" cxnId="{1C774B82-0502-44E3-906C-A2A13FE43D79}">
      <dgm:prSet/>
      <dgm:spPr/>
      <dgm:t>
        <a:bodyPr/>
        <a:lstStyle/>
        <a:p>
          <a:endParaRPr lang="en-GB"/>
        </a:p>
      </dgm:t>
    </dgm:pt>
    <dgm:pt modelId="{92A431BE-2C0D-4E48-98B0-466FB196C7AC}" type="sibTrans" cxnId="{1C774B82-0502-44E3-906C-A2A13FE43D79}">
      <dgm:prSet/>
      <dgm:spPr/>
      <dgm:t>
        <a:bodyPr/>
        <a:lstStyle/>
        <a:p>
          <a:endParaRPr lang="en-GB"/>
        </a:p>
      </dgm:t>
    </dgm:pt>
    <dgm:pt modelId="{A0C7217C-A3CB-49E8-B605-980E668CFC5C}">
      <dgm:prSet/>
      <dgm:spPr/>
      <dgm:t>
        <a:bodyPr/>
        <a:lstStyle/>
        <a:p>
          <a:r>
            <a:rPr lang="en-GB" dirty="0"/>
            <a:t>Lack of customer satisfaction – There is no bigger sign of lack of empathy than the customer being unhappy even after getting what they want.</a:t>
          </a:r>
        </a:p>
      </dgm:t>
    </dgm:pt>
    <dgm:pt modelId="{5DCD6586-1BF1-41B5-94F9-5FE8308169A0}" type="parTrans" cxnId="{0A237716-8FDC-497A-BEF2-D958018E2532}">
      <dgm:prSet/>
      <dgm:spPr/>
      <dgm:t>
        <a:bodyPr/>
        <a:lstStyle/>
        <a:p>
          <a:endParaRPr lang="en-GB"/>
        </a:p>
      </dgm:t>
    </dgm:pt>
    <dgm:pt modelId="{66E40A78-7984-4CBA-9140-C681280C545E}" type="sibTrans" cxnId="{0A237716-8FDC-497A-BEF2-D958018E2532}">
      <dgm:prSet/>
      <dgm:spPr/>
      <dgm:t>
        <a:bodyPr/>
        <a:lstStyle/>
        <a:p>
          <a:endParaRPr lang="en-GB"/>
        </a:p>
      </dgm:t>
    </dgm:pt>
    <dgm:pt modelId="{0C933274-B5DB-4741-85DD-6FD13C5716FB}" type="pres">
      <dgm:prSet presAssocID="{C72D4226-BDD0-4A44-B34A-DA9C2D600B4B}" presName="Name0" presStyleCnt="0">
        <dgm:presLayoutVars>
          <dgm:dir/>
          <dgm:resizeHandles val="exact"/>
        </dgm:presLayoutVars>
      </dgm:prSet>
      <dgm:spPr/>
    </dgm:pt>
    <dgm:pt modelId="{A290080C-BC25-4CB4-BAD6-6AF05D07AD64}" type="pres">
      <dgm:prSet presAssocID="{48E389BD-A658-474D-A249-9D1EF239E74B}" presName="node" presStyleLbl="node1" presStyleIdx="0" presStyleCnt="5">
        <dgm:presLayoutVars>
          <dgm:bulletEnabled val="1"/>
        </dgm:presLayoutVars>
      </dgm:prSet>
      <dgm:spPr/>
    </dgm:pt>
    <dgm:pt modelId="{C57612FC-584F-4BD0-8DE9-0F0D868316A6}" type="pres">
      <dgm:prSet presAssocID="{C0F09B16-37BD-4034-BEA4-522F27063996}" presName="sibTrans" presStyleLbl="sibTrans1D1" presStyleIdx="0" presStyleCnt="4"/>
      <dgm:spPr/>
    </dgm:pt>
    <dgm:pt modelId="{C8468826-ACB7-4998-8C8E-96AB3CB0C196}" type="pres">
      <dgm:prSet presAssocID="{C0F09B16-37BD-4034-BEA4-522F27063996}" presName="connectorText" presStyleLbl="sibTrans1D1" presStyleIdx="0" presStyleCnt="4"/>
      <dgm:spPr/>
    </dgm:pt>
    <dgm:pt modelId="{EE3F296D-3E30-4CC2-B330-D7E578FDC4C0}" type="pres">
      <dgm:prSet presAssocID="{1898F961-6726-42D3-AF4F-CD01A22CFC8A}" presName="node" presStyleLbl="node1" presStyleIdx="1" presStyleCnt="5">
        <dgm:presLayoutVars>
          <dgm:bulletEnabled val="1"/>
        </dgm:presLayoutVars>
      </dgm:prSet>
      <dgm:spPr/>
    </dgm:pt>
    <dgm:pt modelId="{98F34A49-A201-47D7-8459-47ACBA900E93}" type="pres">
      <dgm:prSet presAssocID="{BBB2C696-F67F-4EC0-9A74-33D96443C193}" presName="sibTrans" presStyleLbl="sibTrans1D1" presStyleIdx="1" presStyleCnt="4"/>
      <dgm:spPr/>
    </dgm:pt>
    <dgm:pt modelId="{9F63F996-EC15-48A2-BEF4-AE5B14508EA7}" type="pres">
      <dgm:prSet presAssocID="{BBB2C696-F67F-4EC0-9A74-33D96443C193}" presName="connectorText" presStyleLbl="sibTrans1D1" presStyleIdx="1" presStyleCnt="4"/>
      <dgm:spPr/>
    </dgm:pt>
    <dgm:pt modelId="{2D9D6314-EE36-46FD-A59D-4ECADF198534}" type="pres">
      <dgm:prSet presAssocID="{4C8DEF12-036C-45A0-A932-F3E036CB7BA8}" presName="node" presStyleLbl="node1" presStyleIdx="2" presStyleCnt="5">
        <dgm:presLayoutVars>
          <dgm:bulletEnabled val="1"/>
        </dgm:presLayoutVars>
      </dgm:prSet>
      <dgm:spPr/>
    </dgm:pt>
    <dgm:pt modelId="{B721183B-620A-490B-A45A-B93E4F1350A5}" type="pres">
      <dgm:prSet presAssocID="{E7FE481A-BECD-48CC-8007-3A71B18F854E}" presName="sibTrans" presStyleLbl="sibTrans1D1" presStyleIdx="2" presStyleCnt="4"/>
      <dgm:spPr/>
    </dgm:pt>
    <dgm:pt modelId="{66048CBF-C664-4482-8874-1441D3A0F79D}" type="pres">
      <dgm:prSet presAssocID="{E7FE481A-BECD-48CC-8007-3A71B18F854E}" presName="connectorText" presStyleLbl="sibTrans1D1" presStyleIdx="2" presStyleCnt="4"/>
      <dgm:spPr/>
    </dgm:pt>
    <dgm:pt modelId="{FBE8F5BD-399D-4818-9CE5-27634D0D9FEC}" type="pres">
      <dgm:prSet presAssocID="{9B687D3D-B9EE-47CF-BB2F-5DE8A47A2914}" presName="node" presStyleLbl="node1" presStyleIdx="3" presStyleCnt="5">
        <dgm:presLayoutVars>
          <dgm:bulletEnabled val="1"/>
        </dgm:presLayoutVars>
      </dgm:prSet>
      <dgm:spPr/>
    </dgm:pt>
    <dgm:pt modelId="{B425A76D-BCAB-415C-8BD4-7E049C86890D}" type="pres">
      <dgm:prSet presAssocID="{92A431BE-2C0D-4E48-98B0-466FB196C7AC}" presName="sibTrans" presStyleLbl="sibTrans1D1" presStyleIdx="3" presStyleCnt="4"/>
      <dgm:spPr/>
    </dgm:pt>
    <dgm:pt modelId="{3CAB1998-FC4B-4081-9D81-9DF1F08CE512}" type="pres">
      <dgm:prSet presAssocID="{92A431BE-2C0D-4E48-98B0-466FB196C7AC}" presName="connectorText" presStyleLbl="sibTrans1D1" presStyleIdx="3" presStyleCnt="4"/>
      <dgm:spPr/>
    </dgm:pt>
    <dgm:pt modelId="{61B40E79-C3FE-47DD-8809-E048904E022B}" type="pres">
      <dgm:prSet presAssocID="{A0C7217C-A3CB-49E8-B605-980E668CFC5C}" presName="node" presStyleLbl="node1" presStyleIdx="4" presStyleCnt="5">
        <dgm:presLayoutVars>
          <dgm:bulletEnabled val="1"/>
        </dgm:presLayoutVars>
      </dgm:prSet>
      <dgm:spPr/>
    </dgm:pt>
  </dgm:ptLst>
  <dgm:cxnLst>
    <dgm:cxn modelId="{F6957E00-393B-4CB7-807B-1C65900CEAA9}" type="presOf" srcId="{92A431BE-2C0D-4E48-98B0-466FB196C7AC}" destId="{B425A76D-BCAB-415C-8BD4-7E049C86890D}" srcOrd="0" destOrd="0" presId="urn:microsoft.com/office/officeart/2016/7/layout/RepeatingBendingProcessNew"/>
    <dgm:cxn modelId="{12B27908-6F6D-4599-8D8E-DC1BBE33F100}" type="presOf" srcId="{9B687D3D-B9EE-47CF-BB2F-5DE8A47A2914}" destId="{FBE8F5BD-399D-4818-9CE5-27634D0D9FEC}" srcOrd="0" destOrd="0" presId="urn:microsoft.com/office/officeart/2016/7/layout/RepeatingBendingProcessNew"/>
    <dgm:cxn modelId="{2826720D-884A-4E65-A3BB-1088A7358E87}" type="presOf" srcId="{C0F09B16-37BD-4034-BEA4-522F27063996}" destId="{C8468826-ACB7-4998-8C8E-96AB3CB0C196}" srcOrd="1" destOrd="0" presId="urn:microsoft.com/office/officeart/2016/7/layout/RepeatingBendingProcessNew"/>
    <dgm:cxn modelId="{0A237716-8FDC-497A-BEF2-D958018E2532}" srcId="{C72D4226-BDD0-4A44-B34A-DA9C2D600B4B}" destId="{A0C7217C-A3CB-49E8-B605-980E668CFC5C}" srcOrd="4" destOrd="0" parTransId="{5DCD6586-1BF1-41B5-94F9-5FE8308169A0}" sibTransId="{66E40A78-7984-4CBA-9140-C681280C545E}"/>
    <dgm:cxn modelId="{E747A525-79B4-4FA1-A128-E9CC6E0862F7}" type="presOf" srcId="{E7FE481A-BECD-48CC-8007-3A71B18F854E}" destId="{66048CBF-C664-4482-8874-1441D3A0F79D}" srcOrd="1" destOrd="0" presId="urn:microsoft.com/office/officeart/2016/7/layout/RepeatingBendingProcessNew"/>
    <dgm:cxn modelId="{848BE738-F516-4047-90E1-1E62B45E8F0B}" type="presOf" srcId="{4C8DEF12-036C-45A0-A932-F3E036CB7BA8}" destId="{2D9D6314-EE36-46FD-A59D-4ECADF198534}" srcOrd="0" destOrd="0" presId="urn:microsoft.com/office/officeart/2016/7/layout/RepeatingBendingProcessNew"/>
    <dgm:cxn modelId="{B6BC5B3B-BEFE-45F5-877F-FD98D0AA4594}" type="presOf" srcId="{C72D4226-BDD0-4A44-B34A-DA9C2D600B4B}" destId="{0C933274-B5DB-4741-85DD-6FD13C5716FB}" srcOrd="0" destOrd="0" presId="urn:microsoft.com/office/officeart/2016/7/layout/RepeatingBendingProcessNew"/>
    <dgm:cxn modelId="{B6DFFE64-6CBD-46CD-94D3-DC7CC9AE4D44}" type="presOf" srcId="{1898F961-6726-42D3-AF4F-CD01A22CFC8A}" destId="{EE3F296D-3E30-4CC2-B330-D7E578FDC4C0}" srcOrd="0" destOrd="0" presId="urn:microsoft.com/office/officeart/2016/7/layout/RepeatingBendingProcessNew"/>
    <dgm:cxn modelId="{0C1A0A6F-1864-4736-8CEE-E2FB2193DD52}" srcId="{C72D4226-BDD0-4A44-B34A-DA9C2D600B4B}" destId="{4C8DEF12-036C-45A0-A932-F3E036CB7BA8}" srcOrd="2" destOrd="0" parTransId="{ED307E0D-2664-440E-9121-9132DC3F6A2F}" sibTransId="{E7FE481A-BECD-48CC-8007-3A71B18F854E}"/>
    <dgm:cxn modelId="{69825778-0479-4692-81FB-DE4F4DC45010}" type="presOf" srcId="{C0F09B16-37BD-4034-BEA4-522F27063996}" destId="{C57612FC-584F-4BD0-8DE9-0F0D868316A6}" srcOrd="0" destOrd="0" presId="urn:microsoft.com/office/officeart/2016/7/layout/RepeatingBendingProcessNew"/>
    <dgm:cxn modelId="{FF3C1982-5FB1-478F-9DD9-033634ED0D90}" type="presOf" srcId="{BBB2C696-F67F-4EC0-9A74-33D96443C193}" destId="{98F34A49-A201-47D7-8459-47ACBA900E93}" srcOrd="0" destOrd="0" presId="urn:microsoft.com/office/officeart/2016/7/layout/RepeatingBendingProcessNew"/>
    <dgm:cxn modelId="{1C774B82-0502-44E3-906C-A2A13FE43D79}" srcId="{C72D4226-BDD0-4A44-B34A-DA9C2D600B4B}" destId="{9B687D3D-B9EE-47CF-BB2F-5DE8A47A2914}" srcOrd="3" destOrd="0" parTransId="{469026D1-B732-4E14-B6A2-C190E7170EB1}" sibTransId="{92A431BE-2C0D-4E48-98B0-466FB196C7AC}"/>
    <dgm:cxn modelId="{CA8A8791-921A-4ECD-9352-DF1EBB00DEDA}" srcId="{C72D4226-BDD0-4A44-B34A-DA9C2D600B4B}" destId="{1898F961-6726-42D3-AF4F-CD01A22CFC8A}" srcOrd="1" destOrd="0" parTransId="{B5ABC29F-7AB1-46EA-9ACA-67B82EAC4B27}" sibTransId="{BBB2C696-F67F-4EC0-9A74-33D96443C193}"/>
    <dgm:cxn modelId="{2685AD9F-3253-4A84-A29F-2EE71CA30F0A}" type="presOf" srcId="{A0C7217C-A3CB-49E8-B605-980E668CFC5C}" destId="{61B40E79-C3FE-47DD-8809-E048904E022B}" srcOrd="0" destOrd="0" presId="urn:microsoft.com/office/officeart/2016/7/layout/RepeatingBendingProcessNew"/>
    <dgm:cxn modelId="{16A1C3B6-6FFD-47EE-81F6-B9ACDE4FF94A}" type="presOf" srcId="{E7FE481A-BECD-48CC-8007-3A71B18F854E}" destId="{B721183B-620A-490B-A45A-B93E4F1350A5}" srcOrd="0" destOrd="0" presId="urn:microsoft.com/office/officeart/2016/7/layout/RepeatingBendingProcessNew"/>
    <dgm:cxn modelId="{C9DB9FC0-502A-453D-A876-8E00A40192C1}" srcId="{C72D4226-BDD0-4A44-B34A-DA9C2D600B4B}" destId="{48E389BD-A658-474D-A249-9D1EF239E74B}" srcOrd="0" destOrd="0" parTransId="{F6799AA0-0185-4227-B200-728016B28B68}" sibTransId="{C0F09B16-37BD-4034-BEA4-522F27063996}"/>
    <dgm:cxn modelId="{E9A640C4-2A90-4357-BF39-185E4B6A7F2F}" type="presOf" srcId="{48E389BD-A658-474D-A249-9D1EF239E74B}" destId="{A290080C-BC25-4CB4-BAD6-6AF05D07AD64}" srcOrd="0" destOrd="0" presId="urn:microsoft.com/office/officeart/2016/7/layout/RepeatingBendingProcessNew"/>
    <dgm:cxn modelId="{992464D7-A6C1-4883-9B2A-EC8991EB67D9}" type="presOf" srcId="{BBB2C696-F67F-4EC0-9A74-33D96443C193}" destId="{9F63F996-EC15-48A2-BEF4-AE5B14508EA7}" srcOrd="1" destOrd="0" presId="urn:microsoft.com/office/officeart/2016/7/layout/RepeatingBendingProcessNew"/>
    <dgm:cxn modelId="{ADA189EC-4691-4490-9176-95226797F99E}" type="presOf" srcId="{92A431BE-2C0D-4E48-98B0-466FB196C7AC}" destId="{3CAB1998-FC4B-4081-9D81-9DF1F08CE512}" srcOrd="1" destOrd="0" presId="urn:microsoft.com/office/officeart/2016/7/layout/RepeatingBendingProcessNew"/>
    <dgm:cxn modelId="{E313796B-CC89-4EAB-A23D-833F7746D9E3}" type="presParOf" srcId="{0C933274-B5DB-4741-85DD-6FD13C5716FB}" destId="{A290080C-BC25-4CB4-BAD6-6AF05D07AD64}" srcOrd="0" destOrd="0" presId="urn:microsoft.com/office/officeart/2016/7/layout/RepeatingBendingProcessNew"/>
    <dgm:cxn modelId="{0E6A4CAF-C2CE-4C3A-8B11-F7A324F0B023}" type="presParOf" srcId="{0C933274-B5DB-4741-85DD-6FD13C5716FB}" destId="{C57612FC-584F-4BD0-8DE9-0F0D868316A6}" srcOrd="1" destOrd="0" presId="urn:microsoft.com/office/officeart/2016/7/layout/RepeatingBendingProcessNew"/>
    <dgm:cxn modelId="{AB350F0C-9132-4A39-8E19-6094EC21DAF1}" type="presParOf" srcId="{C57612FC-584F-4BD0-8DE9-0F0D868316A6}" destId="{C8468826-ACB7-4998-8C8E-96AB3CB0C196}" srcOrd="0" destOrd="0" presId="urn:microsoft.com/office/officeart/2016/7/layout/RepeatingBendingProcessNew"/>
    <dgm:cxn modelId="{FF1D1073-4ABA-415C-9718-C755DF78FD23}" type="presParOf" srcId="{0C933274-B5DB-4741-85DD-6FD13C5716FB}" destId="{EE3F296D-3E30-4CC2-B330-D7E578FDC4C0}" srcOrd="2" destOrd="0" presId="urn:microsoft.com/office/officeart/2016/7/layout/RepeatingBendingProcessNew"/>
    <dgm:cxn modelId="{9B6A3EE0-835A-4E33-A375-424B506FF0B5}" type="presParOf" srcId="{0C933274-B5DB-4741-85DD-6FD13C5716FB}" destId="{98F34A49-A201-47D7-8459-47ACBA900E93}" srcOrd="3" destOrd="0" presId="urn:microsoft.com/office/officeart/2016/7/layout/RepeatingBendingProcessNew"/>
    <dgm:cxn modelId="{289FC5AC-5D9A-4F3A-8438-1D0EA744DD84}" type="presParOf" srcId="{98F34A49-A201-47D7-8459-47ACBA900E93}" destId="{9F63F996-EC15-48A2-BEF4-AE5B14508EA7}" srcOrd="0" destOrd="0" presId="urn:microsoft.com/office/officeart/2016/7/layout/RepeatingBendingProcessNew"/>
    <dgm:cxn modelId="{BFCD51DD-FB2A-465F-AED5-402F63644D38}" type="presParOf" srcId="{0C933274-B5DB-4741-85DD-6FD13C5716FB}" destId="{2D9D6314-EE36-46FD-A59D-4ECADF198534}" srcOrd="4" destOrd="0" presId="urn:microsoft.com/office/officeart/2016/7/layout/RepeatingBendingProcessNew"/>
    <dgm:cxn modelId="{4C23B8DB-E9AD-4EDB-9AB2-2E0EDF4292A9}" type="presParOf" srcId="{0C933274-B5DB-4741-85DD-6FD13C5716FB}" destId="{B721183B-620A-490B-A45A-B93E4F1350A5}" srcOrd="5" destOrd="0" presId="urn:microsoft.com/office/officeart/2016/7/layout/RepeatingBendingProcessNew"/>
    <dgm:cxn modelId="{FC536258-C1E3-4B68-9634-43E02D6FF93C}" type="presParOf" srcId="{B721183B-620A-490B-A45A-B93E4F1350A5}" destId="{66048CBF-C664-4482-8874-1441D3A0F79D}" srcOrd="0" destOrd="0" presId="urn:microsoft.com/office/officeart/2016/7/layout/RepeatingBendingProcessNew"/>
    <dgm:cxn modelId="{E71FF602-84D2-4DBD-8A15-7BCF5F07197E}" type="presParOf" srcId="{0C933274-B5DB-4741-85DD-6FD13C5716FB}" destId="{FBE8F5BD-399D-4818-9CE5-27634D0D9FEC}" srcOrd="6" destOrd="0" presId="urn:microsoft.com/office/officeart/2016/7/layout/RepeatingBendingProcessNew"/>
    <dgm:cxn modelId="{23608A54-97FF-4B2E-B927-60BAF257E961}" type="presParOf" srcId="{0C933274-B5DB-4741-85DD-6FD13C5716FB}" destId="{B425A76D-BCAB-415C-8BD4-7E049C86890D}" srcOrd="7" destOrd="0" presId="urn:microsoft.com/office/officeart/2016/7/layout/RepeatingBendingProcessNew"/>
    <dgm:cxn modelId="{E20E082F-FAA4-4547-BCF9-6E62E8AACFDC}" type="presParOf" srcId="{B425A76D-BCAB-415C-8BD4-7E049C86890D}" destId="{3CAB1998-FC4B-4081-9D81-9DF1F08CE512}" srcOrd="0" destOrd="0" presId="urn:microsoft.com/office/officeart/2016/7/layout/RepeatingBendingProcessNew"/>
    <dgm:cxn modelId="{CB401B65-910B-40CB-AFBE-16B64FD5ABE8}" type="presParOf" srcId="{0C933274-B5DB-4741-85DD-6FD13C5716FB}" destId="{61B40E79-C3FE-47DD-8809-E048904E022B}"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3996B3-B290-4F6E-98AE-D3F3D29E582A}"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197030F1-67F3-40A8-8B4E-91DD144C05D1}">
      <dgm:prSet/>
      <dgm:spPr/>
      <dgm:t>
        <a:bodyPr/>
        <a:lstStyle/>
        <a:p>
          <a:r>
            <a:rPr lang="en-GB" b="1"/>
            <a:t>Understand your biases</a:t>
          </a:r>
          <a:endParaRPr lang="en-US"/>
        </a:p>
      </dgm:t>
    </dgm:pt>
    <dgm:pt modelId="{E8874689-BA88-4345-A10E-7AD60F4BAEB8}" type="parTrans" cxnId="{829073D5-DD6B-4D37-B2EB-9E9E4B98C81F}">
      <dgm:prSet/>
      <dgm:spPr/>
      <dgm:t>
        <a:bodyPr/>
        <a:lstStyle/>
        <a:p>
          <a:endParaRPr lang="en-US"/>
        </a:p>
      </dgm:t>
    </dgm:pt>
    <dgm:pt modelId="{2023A9D6-0E63-4C74-AE7E-7EFEE9BC4988}" type="sibTrans" cxnId="{829073D5-DD6B-4D37-B2EB-9E9E4B98C81F}">
      <dgm:prSet/>
      <dgm:spPr/>
      <dgm:t>
        <a:bodyPr/>
        <a:lstStyle/>
        <a:p>
          <a:endParaRPr lang="en-US"/>
        </a:p>
      </dgm:t>
    </dgm:pt>
    <dgm:pt modelId="{14D16F09-1482-4A4D-A799-2ADF5BCA0333}">
      <dgm:prSet/>
      <dgm:spPr/>
      <dgm:t>
        <a:bodyPr/>
        <a:lstStyle/>
        <a:p>
          <a:r>
            <a:rPr lang="en-GB" b="1"/>
            <a:t>Reading fiction and other activities to put you in someone else’s shoes</a:t>
          </a:r>
          <a:endParaRPr lang="en-US"/>
        </a:p>
      </dgm:t>
    </dgm:pt>
    <dgm:pt modelId="{99CE4329-15BE-494B-8D53-E20D8B71740B}" type="parTrans" cxnId="{2D5334AF-CE8E-450B-9049-411A3751BF51}">
      <dgm:prSet/>
      <dgm:spPr/>
      <dgm:t>
        <a:bodyPr/>
        <a:lstStyle/>
        <a:p>
          <a:endParaRPr lang="en-US"/>
        </a:p>
      </dgm:t>
    </dgm:pt>
    <dgm:pt modelId="{6F139355-F7A0-4447-8269-86316CF9C05B}" type="sibTrans" cxnId="{2D5334AF-CE8E-450B-9049-411A3751BF51}">
      <dgm:prSet/>
      <dgm:spPr/>
      <dgm:t>
        <a:bodyPr/>
        <a:lstStyle/>
        <a:p>
          <a:endParaRPr lang="en-US"/>
        </a:p>
      </dgm:t>
    </dgm:pt>
    <dgm:pt modelId="{BF87ABA6-9A5D-442A-9B3D-30DCD4944A28}">
      <dgm:prSet/>
      <dgm:spPr/>
      <dgm:t>
        <a:bodyPr/>
        <a:lstStyle/>
        <a:p>
          <a:r>
            <a:rPr lang="en-GB" b="1"/>
            <a:t>Maintain positivity</a:t>
          </a:r>
          <a:endParaRPr lang="en-US"/>
        </a:p>
      </dgm:t>
    </dgm:pt>
    <dgm:pt modelId="{40619E88-1EEE-4908-9376-582D27E842B3}" type="parTrans" cxnId="{5B009DE6-C055-42B9-BABA-7F1AA5E04E78}">
      <dgm:prSet/>
      <dgm:spPr/>
      <dgm:t>
        <a:bodyPr/>
        <a:lstStyle/>
        <a:p>
          <a:endParaRPr lang="en-US"/>
        </a:p>
      </dgm:t>
    </dgm:pt>
    <dgm:pt modelId="{BFC27B18-C903-4C07-8D99-A7E28657B04D}" type="sibTrans" cxnId="{5B009DE6-C055-42B9-BABA-7F1AA5E04E78}">
      <dgm:prSet/>
      <dgm:spPr/>
      <dgm:t>
        <a:bodyPr/>
        <a:lstStyle/>
        <a:p>
          <a:endParaRPr lang="en-US"/>
        </a:p>
      </dgm:t>
    </dgm:pt>
    <dgm:pt modelId="{87A636D4-F677-4475-A44C-2A24214B65E6}">
      <dgm:prSet/>
      <dgm:spPr/>
      <dgm:t>
        <a:bodyPr/>
        <a:lstStyle/>
        <a:p>
          <a:r>
            <a:rPr lang="en-GB" b="1" dirty="0"/>
            <a:t>Understand your customer base</a:t>
          </a:r>
          <a:endParaRPr lang="en-US" dirty="0"/>
        </a:p>
      </dgm:t>
    </dgm:pt>
    <dgm:pt modelId="{CA4BF843-F510-4B84-ADFC-E34D379ADBC0}" type="parTrans" cxnId="{BA73819C-0927-479F-850A-32E8BEF50599}">
      <dgm:prSet/>
      <dgm:spPr/>
      <dgm:t>
        <a:bodyPr/>
        <a:lstStyle/>
        <a:p>
          <a:endParaRPr lang="en-US"/>
        </a:p>
      </dgm:t>
    </dgm:pt>
    <dgm:pt modelId="{12734D4B-FE8A-4415-A7A6-6D0D43D77AB0}" type="sibTrans" cxnId="{BA73819C-0927-479F-850A-32E8BEF50599}">
      <dgm:prSet/>
      <dgm:spPr/>
      <dgm:t>
        <a:bodyPr/>
        <a:lstStyle/>
        <a:p>
          <a:endParaRPr lang="en-US"/>
        </a:p>
      </dgm:t>
    </dgm:pt>
    <dgm:pt modelId="{A8AFC26C-E6C7-4AA5-B752-8E6FFD080752}">
      <dgm:prSet/>
      <dgm:spPr/>
      <dgm:t>
        <a:bodyPr/>
        <a:lstStyle/>
        <a:p>
          <a:r>
            <a:rPr lang="en-GB" b="1"/>
            <a:t>Get feedback from your peers and customers</a:t>
          </a:r>
          <a:endParaRPr lang="en-US"/>
        </a:p>
      </dgm:t>
    </dgm:pt>
    <dgm:pt modelId="{FF646254-ACD3-4A40-AD7F-61700733E011}" type="parTrans" cxnId="{4A379068-8723-46DE-8895-90471D4FAAD4}">
      <dgm:prSet/>
      <dgm:spPr/>
      <dgm:t>
        <a:bodyPr/>
        <a:lstStyle/>
        <a:p>
          <a:endParaRPr lang="en-US"/>
        </a:p>
      </dgm:t>
    </dgm:pt>
    <dgm:pt modelId="{133A2D1B-60F2-43F5-8D1C-FE4DC096BDA7}" type="sibTrans" cxnId="{4A379068-8723-46DE-8895-90471D4FAAD4}">
      <dgm:prSet/>
      <dgm:spPr/>
      <dgm:t>
        <a:bodyPr/>
        <a:lstStyle/>
        <a:p>
          <a:endParaRPr lang="en-US"/>
        </a:p>
      </dgm:t>
    </dgm:pt>
    <dgm:pt modelId="{43C038D9-43A6-4F27-8FFB-AE24E45AB544}">
      <dgm:prSet/>
      <dgm:spPr/>
      <dgm:t>
        <a:bodyPr/>
        <a:lstStyle/>
        <a:p>
          <a:r>
            <a:rPr lang="en-GB" b="1"/>
            <a:t>Teach</a:t>
          </a:r>
          <a:endParaRPr lang="en-US"/>
        </a:p>
      </dgm:t>
    </dgm:pt>
    <dgm:pt modelId="{A260E7E8-9B98-4C39-A1F2-76B0CC05FC78}" type="parTrans" cxnId="{5F707BEB-7B5F-4B25-B5A2-87ADB46616B3}">
      <dgm:prSet/>
      <dgm:spPr/>
      <dgm:t>
        <a:bodyPr/>
        <a:lstStyle/>
        <a:p>
          <a:endParaRPr lang="en-US"/>
        </a:p>
      </dgm:t>
    </dgm:pt>
    <dgm:pt modelId="{EDE169E8-48FF-4DF6-8597-67471536D320}" type="sibTrans" cxnId="{5F707BEB-7B5F-4B25-B5A2-87ADB46616B3}">
      <dgm:prSet/>
      <dgm:spPr/>
      <dgm:t>
        <a:bodyPr/>
        <a:lstStyle/>
        <a:p>
          <a:endParaRPr lang="en-US"/>
        </a:p>
      </dgm:t>
    </dgm:pt>
    <dgm:pt modelId="{57849BC1-4685-45F8-B243-6BD01481ADEF}" type="pres">
      <dgm:prSet presAssocID="{E63996B3-B290-4F6E-98AE-D3F3D29E582A}" presName="Name0" presStyleCnt="0">
        <dgm:presLayoutVars>
          <dgm:dir/>
          <dgm:resizeHandles val="exact"/>
        </dgm:presLayoutVars>
      </dgm:prSet>
      <dgm:spPr/>
    </dgm:pt>
    <dgm:pt modelId="{20F93584-F465-4AC8-92D3-39A8A2EA311C}" type="pres">
      <dgm:prSet presAssocID="{197030F1-67F3-40A8-8B4E-91DD144C05D1}" presName="node" presStyleLbl="node1" presStyleIdx="0" presStyleCnt="6">
        <dgm:presLayoutVars>
          <dgm:bulletEnabled val="1"/>
        </dgm:presLayoutVars>
      </dgm:prSet>
      <dgm:spPr/>
    </dgm:pt>
    <dgm:pt modelId="{16811E12-E3F4-481C-8C20-3006AAA36315}" type="pres">
      <dgm:prSet presAssocID="{2023A9D6-0E63-4C74-AE7E-7EFEE9BC4988}" presName="sibTrans" presStyleLbl="sibTrans1D1" presStyleIdx="0" presStyleCnt="5"/>
      <dgm:spPr/>
    </dgm:pt>
    <dgm:pt modelId="{298B3FE9-E6B2-4005-885E-3B29CC629636}" type="pres">
      <dgm:prSet presAssocID="{2023A9D6-0E63-4C74-AE7E-7EFEE9BC4988}" presName="connectorText" presStyleLbl="sibTrans1D1" presStyleIdx="0" presStyleCnt="5"/>
      <dgm:spPr/>
    </dgm:pt>
    <dgm:pt modelId="{E5CD6DBC-D158-4B93-884D-212A453C145E}" type="pres">
      <dgm:prSet presAssocID="{14D16F09-1482-4A4D-A799-2ADF5BCA0333}" presName="node" presStyleLbl="node1" presStyleIdx="1" presStyleCnt="6">
        <dgm:presLayoutVars>
          <dgm:bulletEnabled val="1"/>
        </dgm:presLayoutVars>
      </dgm:prSet>
      <dgm:spPr/>
    </dgm:pt>
    <dgm:pt modelId="{DA68AFE9-446A-41D0-BBB1-09A6CA5E48EE}" type="pres">
      <dgm:prSet presAssocID="{6F139355-F7A0-4447-8269-86316CF9C05B}" presName="sibTrans" presStyleLbl="sibTrans1D1" presStyleIdx="1" presStyleCnt="5"/>
      <dgm:spPr/>
    </dgm:pt>
    <dgm:pt modelId="{076B93E5-D844-40FF-83F6-C44D0D6E4EE7}" type="pres">
      <dgm:prSet presAssocID="{6F139355-F7A0-4447-8269-86316CF9C05B}" presName="connectorText" presStyleLbl="sibTrans1D1" presStyleIdx="1" presStyleCnt="5"/>
      <dgm:spPr/>
    </dgm:pt>
    <dgm:pt modelId="{F3B980CA-D589-44CA-9D6D-C5110783B6FA}" type="pres">
      <dgm:prSet presAssocID="{BF87ABA6-9A5D-442A-9B3D-30DCD4944A28}" presName="node" presStyleLbl="node1" presStyleIdx="2" presStyleCnt="6">
        <dgm:presLayoutVars>
          <dgm:bulletEnabled val="1"/>
        </dgm:presLayoutVars>
      </dgm:prSet>
      <dgm:spPr/>
    </dgm:pt>
    <dgm:pt modelId="{5656BC9C-5E7F-4762-944E-2E8B967412C6}" type="pres">
      <dgm:prSet presAssocID="{BFC27B18-C903-4C07-8D99-A7E28657B04D}" presName="sibTrans" presStyleLbl="sibTrans1D1" presStyleIdx="2" presStyleCnt="5"/>
      <dgm:spPr/>
    </dgm:pt>
    <dgm:pt modelId="{58529EFF-6FE1-468C-8269-E6FF46E2CD6E}" type="pres">
      <dgm:prSet presAssocID="{BFC27B18-C903-4C07-8D99-A7E28657B04D}" presName="connectorText" presStyleLbl="sibTrans1D1" presStyleIdx="2" presStyleCnt="5"/>
      <dgm:spPr/>
    </dgm:pt>
    <dgm:pt modelId="{782E8B47-6105-4BBE-8BA2-C94577A1DF72}" type="pres">
      <dgm:prSet presAssocID="{87A636D4-F677-4475-A44C-2A24214B65E6}" presName="node" presStyleLbl="node1" presStyleIdx="3" presStyleCnt="6">
        <dgm:presLayoutVars>
          <dgm:bulletEnabled val="1"/>
        </dgm:presLayoutVars>
      </dgm:prSet>
      <dgm:spPr/>
    </dgm:pt>
    <dgm:pt modelId="{90AF9F71-7F54-4761-B090-FCA89D4007D9}" type="pres">
      <dgm:prSet presAssocID="{12734D4B-FE8A-4415-A7A6-6D0D43D77AB0}" presName="sibTrans" presStyleLbl="sibTrans1D1" presStyleIdx="3" presStyleCnt="5"/>
      <dgm:spPr/>
    </dgm:pt>
    <dgm:pt modelId="{7D7ED5D1-7077-4B76-9755-D3353B3274CF}" type="pres">
      <dgm:prSet presAssocID="{12734D4B-FE8A-4415-A7A6-6D0D43D77AB0}" presName="connectorText" presStyleLbl="sibTrans1D1" presStyleIdx="3" presStyleCnt="5"/>
      <dgm:spPr/>
    </dgm:pt>
    <dgm:pt modelId="{D2438A92-1202-4D64-A99A-1D4DC6C561A4}" type="pres">
      <dgm:prSet presAssocID="{A8AFC26C-E6C7-4AA5-B752-8E6FFD080752}" presName="node" presStyleLbl="node1" presStyleIdx="4" presStyleCnt="6">
        <dgm:presLayoutVars>
          <dgm:bulletEnabled val="1"/>
        </dgm:presLayoutVars>
      </dgm:prSet>
      <dgm:spPr/>
    </dgm:pt>
    <dgm:pt modelId="{F7B48111-1BB8-4AFB-9BCC-2BD314B7149C}" type="pres">
      <dgm:prSet presAssocID="{133A2D1B-60F2-43F5-8D1C-FE4DC096BDA7}" presName="sibTrans" presStyleLbl="sibTrans1D1" presStyleIdx="4" presStyleCnt="5"/>
      <dgm:spPr/>
    </dgm:pt>
    <dgm:pt modelId="{18524D74-F5CD-4D25-B1D8-807B5BD02200}" type="pres">
      <dgm:prSet presAssocID="{133A2D1B-60F2-43F5-8D1C-FE4DC096BDA7}" presName="connectorText" presStyleLbl="sibTrans1D1" presStyleIdx="4" presStyleCnt="5"/>
      <dgm:spPr/>
    </dgm:pt>
    <dgm:pt modelId="{16BD1673-B0B4-482C-A575-9167729D2D9F}" type="pres">
      <dgm:prSet presAssocID="{43C038D9-43A6-4F27-8FFB-AE24E45AB544}" presName="node" presStyleLbl="node1" presStyleIdx="5" presStyleCnt="6">
        <dgm:presLayoutVars>
          <dgm:bulletEnabled val="1"/>
        </dgm:presLayoutVars>
      </dgm:prSet>
      <dgm:spPr/>
    </dgm:pt>
  </dgm:ptLst>
  <dgm:cxnLst>
    <dgm:cxn modelId="{F9FA0917-0EDC-4C45-8DF8-210D4D275495}" type="presOf" srcId="{BFC27B18-C903-4C07-8D99-A7E28657B04D}" destId="{58529EFF-6FE1-468C-8269-E6FF46E2CD6E}" srcOrd="1" destOrd="0" presId="urn:microsoft.com/office/officeart/2016/7/layout/RepeatingBendingProcessNew"/>
    <dgm:cxn modelId="{FC819B5F-2DAA-4051-8DE6-8067AD964182}" type="presOf" srcId="{E63996B3-B290-4F6E-98AE-D3F3D29E582A}" destId="{57849BC1-4685-45F8-B243-6BD01481ADEF}" srcOrd="0" destOrd="0" presId="urn:microsoft.com/office/officeart/2016/7/layout/RepeatingBendingProcessNew"/>
    <dgm:cxn modelId="{0A626A65-D37F-4A4A-886C-5B0897FC3113}" type="presOf" srcId="{A8AFC26C-E6C7-4AA5-B752-8E6FFD080752}" destId="{D2438A92-1202-4D64-A99A-1D4DC6C561A4}" srcOrd="0" destOrd="0" presId="urn:microsoft.com/office/officeart/2016/7/layout/RepeatingBendingProcessNew"/>
    <dgm:cxn modelId="{4A379068-8723-46DE-8895-90471D4FAAD4}" srcId="{E63996B3-B290-4F6E-98AE-D3F3D29E582A}" destId="{A8AFC26C-E6C7-4AA5-B752-8E6FFD080752}" srcOrd="4" destOrd="0" parTransId="{FF646254-ACD3-4A40-AD7F-61700733E011}" sibTransId="{133A2D1B-60F2-43F5-8D1C-FE4DC096BDA7}"/>
    <dgm:cxn modelId="{C170144D-7C4C-4E37-83B8-A7BD5D09E9FD}" type="presOf" srcId="{133A2D1B-60F2-43F5-8D1C-FE4DC096BDA7}" destId="{F7B48111-1BB8-4AFB-9BCC-2BD314B7149C}" srcOrd="0" destOrd="0" presId="urn:microsoft.com/office/officeart/2016/7/layout/RepeatingBendingProcessNew"/>
    <dgm:cxn modelId="{DFEEB56F-DBC4-4766-BB69-0CB0B090D1A4}" type="presOf" srcId="{BF87ABA6-9A5D-442A-9B3D-30DCD4944A28}" destId="{F3B980CA-D589-44CA-9D6D-C5110783B6FA}" srcOrd="0" destOrd="0" presId="urn:microsoft.com/office/officeart/2016/7/layout/RepeatingBendingProcessNew"/>
    <dgm:cxn modelId="{5A5E2751-2715-431C-842F-C14C98801348}" type="presOf" srcId="{133A2D1B-60F2-43F5-8D1C-FE4DC096BDA7}" destId="{18524D74-F5CD-4D25-B1D8-807B5BD02200}" srcOrd="1" destOrd="0" presId="urn:microsoft.com/office/officeart/2016/7/layout/RepeatingBendingProcessNew"/>
    <dgm:cxn modelId="{DA285774-53AA-480A-8C19-52CE4D895905}" type="presOf" srcId="{12734D4B-FE8A-4415-A7A6-6D0D43D77AB0}" destId="{90AF9F71-7F54-4761-B090-FCA89D4007D9}" srcOrd="0" destOrd="0" presId="urn:microsoft.com/office/officeart/2016/7/layout/RepeatingBendingProcessNew"/>
    <dgm:cxn modelId="{98250855-70E5-4A13-827B-895CFACD5CB0}" type="presOf" srcId="{2023A9D6-0E63-4C74-AE7E-7EFEE9BC4988}" destId="{298B3FE9-E6B2-4005-885E-3B29CC629636}" srcOrd="1" destOrd="0" presId="urn:microsoft.com/office/officeart/2016/7/layout/RepeatingBendingProcessNew"/>
    <dgm:cxn modelId="{AFD5AC56-9A3D-469A-B2D4-1FCBF3163115}" type="presOf" srcId="{87A636D4-F677-4475-A44C-2A24214B65E6}" destId="{782E8B47-6105-4BBE-8BA2-C94577A1DF72}" srcOrd="0" destOrd="0" presId="urn:microsoft.com/office/officeart/2016/7/layout/RepeatingBendingProcessNew"/>
    <dgm:cxn modelId="{CD91D377-D25E-48CC-90C7-116793EA4447}" type="presOf" srcId="{197030F1-67F3-40A8-8B4E-91DD144C05D1}" destId="{20F93584-F465-4AC8-92D3-39A8A2EA311C}" srcOrd="0" destOrd="0" presId="urn:microsoft.com/office/officeart/2016/7/layout/RepeatingBendingProcessNew"/>
    <dgm:cxn modelId="{5E25FA84-142C-48CD-AA48-0CCFB03CC65C}" type="presOf" srcId="{43C038D9-43A6-4F27-8FFB-AE24E45AB544}" destId="{16BD1673-B0B4-482C-A575-9167729D2D9F}" srcOrd="0" destOrd="0" presId="urn:microsoft.com/office/officeart/2016/7/layout/RepeatingBendingProcessNew"/>
    <dgm:cxn modelId="{BA73819C-0927-479F-850A-32E8BEF50599}" srcId="{E63996B3-B290-4F6E-98AE-D3F3D29E582A}" destId="{87A636D4-F677-4475-A44C-2A24214B65E6}" srcOrd="3" destOrd="0" parTransId="{CA4BF843-F510-4B84-ADFC-E34D379ADBC0}" sibTransId="{12734D4B-FE8A-4415-A7A6-6D0D43D77AB0}"/>
    <dgm:cxn modelId="{F576C4A1-3781-4567-8B38-10E3A42A8560}" type="presOf" srcId="{14D16F09-1482-4A4D-A799-2ADF5BCA0333}" destId="{E5CD6DBC-D158-4B93-884D-212A453C145E}" srcOrd="0" destOrd="0" presId="urn:microsoft.com/office/officeart/2016/7/layout/RepeatingBendingProcessNew"/>
    <dgm:cxn modelId="{D74644AC-6DEC-4721-BCFF-4E6CA4E1B455}" type="presOf" srcId="{12734D4B-FE8A-4415-A7A6-6D0D43D77AB0}" destId="{7D7ED5D1-7077-4B76-9755-D3353B3274CF}" srcOrd="1" destOrd="0" presId="urn:microsoft.com/office/officeart/2016/7/layout/RepeatingBendingProcessNew"/>
    <dgm:cxn modelId="{2D5334AF-CE8E-450B-9049-411A3751BF51}" srcId="{E63996B3-B290-4F6E-98AE-D3F3D29E582A}" destId="{14D16F09-1482-4A4D-A799-2ADF5BCA0333}" srcOrd="1" destOrd="0" parTransId="{99CE4329-15BE-494B-8D53-E20D8B71740B}" sibTransId="{6F139355-F7A0-4447-8269-86316CF9C05B}"/>
    <dgm:cxn modelId="{29AD26B4-80EF-478D-B46D-FB3720512066}" type="presOf" srcId="{6F139355-F7A0-4447-8269-86316CF9C05B}" destId="{076B93E5-D844-40FF-83F6-C44D0D6E4EE7}" srcOrd="1" destOrd="0" presId="urn:microsoft.com/office/officeart/2016/7/layout/RepeatingBendingProcessNew"/>
    <dgm:cxn modelId="{296D64B5-2BA7-4E4F-B239-C395B9F815E1}" type="presOf" srcId="{2023A9D6-0E63-4C74-AE7E-7EFEE9BC4988}" destId="{16811E12-E3F4-481C-8C20-3006AAA36315}" srcOrd="0" destOrd="0" presId="urn:microsoft.com/office/officeart/2016/7/layout/RepeatingBendingProcessNew"/>
    <dgm:cxn modelId="{5FC7A7BB-F9F7-42C9-983F-0F4537DA579C}" type="presOf" srcId="{6F139355-F7A0-4447-8269-86316CF9C05B}" destId="{DA68AFE9-446A-41D0-BBB1-09A6CA5E48EE}" srcOrd="0" destOrd="0" presId="urn:microsoft.com/office/officeart/2016/7/layout/RepeatingBendingProcessNew"/>
    <dgm:cxn modelId="{829073D5-DD6B-4D37-B2EB-9E9E4B98C81F}" srcId="{E63996B3-B290-4F6E-98AE-D3F3D29E582A}" destId="{197030F1-67F3-40A8-8B4E-91DD144C05D1}" srcOrd="0" destOrd="0" parTransId="{E8874689-BA88-4345-A10E-7AD60F4BAEB8}" sibTransId="{2023A9D6-0E63-4C74-AE7E-7EFEE9BC4988}"/>
    <dgm:cxn modelId="{5B009DE6-C055-42B9-BABA-7F1AA5E04E78}" srcId="{E63996B3-B290-4F6E-98AE-D3F3D29E582A}" destId="{BF87ABA6-9A5D-442A-9B3D-30DCD4944A28}" srcOrd="2" destOrd="0" parTransId="{40619E88-1EEE-4908-9376-582D27E842B3}" sibTransId="{BFC27B18-C903-4C07-8D99-A7E28657B04D}"/>
    <dgm:cxn modelId="{5F707BEB-7B5F-4B25-B5A2-87ADB46616B3}" srcId="{E63996B3-B290-4F6E-98AE-D3F3D29E582A}" destId="{43C038D9-43A6-4F27-8FFB-AE24E45AB544}" srcOrd="5" destOrd="0" parTransId="{A260E7E8-9B98-4C39-A1F2-76B0CC05FC78}" sibTransId="{EDE169E8-48FF-4DF6-8597-67471536D320}"/>
    <dgm:cxn modelId="{FD1A4BFF-BB14-4A0F-BC08-57D4455935A1}" type="presOf" srcId="{BFC27B18-C903-4C07-8D99-A7E28657B04D}" destId="{5656BC9C-5E7F-4762-944E-2E8B967412C6}" srcOrd="0" destOrd="0" presId="urn:microsoft.com/office/officeart/2016/7/layout/RepeatingBendingProcessNew"/>
    <dgm:cxn modelId="{920EBE12-3873-4D84-A665-E4277294B757}" type="presParOf" srcId="{57849BC1-4685-45F8-B243-6BD01481ADEF}" destId="{20F93584-F465-4AC8-92D3-39A8A2EA311C}" srcOrd="0" destOrd="0" presId="urn:microsoft.com/office/officeart/2016/7/layout/RepeatingBendingProcessNew"/>
    <dgm:cxn modelId="{6A750D30-A97A-4233-8C21-3E7A53F41F49}" type="presParOf" srcId="{57849BC1-4685-45F8-B243-6BD01481ADEF}" destId="{16811E12-E3F4-481C-8C20-3006AAA36315}" srcOrd="1" destOrd="0" presId="urn:microsoft.com/office/officeart/2016/7/layout/RepeatingBendingProcessNew"/>
    <dgm:cxn modelId="{1C7286DB-A7AE-4B99-89C9-089096F18769}" type="presParOf" srcId="{16811E12-E3F4-481C-8C20-3006AAA36315}" destId="{298B3FE9-E6B2-4005-885E-3B29CC629636}" srcOrd="0" destOrd="0" presId="urn:microsoft.com/office/officeart/2016/7/layout/RepeatingBendingProcessNew"/>
    <dgm:cxn modelId="{990E21FE-9F9B-40FD-A8C4-9AB06B433F42}" type="presParOf" srcId="{57849BC1-4685-45F8-B243-6BD01481ADEF}" destId="{E5CD6DBC-D158-4B93-884D-212A453C145E}" srcOrd="2" destOrd="0" presId="urn:microsoft.com/office/officeart/2016/7/layout/RepeatingBendingProcessNew"/>
    <dgm:cxn modelId="{501CF924-9A4A-4D63-A497-6B59FCBE07FE}" type="presParOf" srcId="{57849BC1-4685-45F8-B243-6BD01481ADEF}" destId="{DA68AFE9-446A-41D0-BBB1-09A6CA5E48EE}" srcOrd="3" destOrd="0" presId="urn:microsoft.com/office/officeart/2016/7/layout/RepeatingBendingProcessNew"/>
    <dgm:cxn modelId="{9D5D3D28-8319-4B71-B857-43120041C7CF}" type="presParOf" srcId="{DA68AFE9-446A-41D0-BBB1-09A6CA5E48EE}" destId="{076B93E5-D844-40FF-83F6-C44D0D6E4EE7}" srcOrd="0" destOrd="0" presId="urn:microsoft.com/office/officeart/2016/7/layout/RepeatingBendingProcessNew"/>
    <dgm:cxn modelId="{5EC264C8-2955-4296-8BD3-7FEBAA917B28}" type="presParOf" srcId="{57849BC1-4685-45F8-B243-6BD01481ADEF}" destId="{F3B980CA-D589-44CA-9D6D-C5110783B6FA}" srcOrd="4" destOrd="0" presId="urn:microsoft.com/office/officeart/2016/7/layout/RepeatingBendingProcessNew"/>
    <dgm:cxn modelId="{3EB6A0B2-A0D7-4D36-9EFD-99F47928FE0F}" type="presParOf" srcId="{57849BC1-4685-45F8-B243-6BD01481ADEF}" destId="{5656BC9C-5E7F-4762-944E-2E8B967412C6}" srcOrd="5" destOrd="0" presId="urn:microsoft.com/office/officeart/2016/7/layout/RepeatingBendingProcessNew"/>
    <dgm:cxn modelId="{C6CD2971-4432-4290-895A-27640D2FFA4D}" type="presParOf" srcId="{5656BC9C-5E7F-4762-944E-2E8B967412C6}" destId="{58529EFF-6FE1-468C-8269-E6FF46E2CD6E}" srcOrd="0" destOrd="0" presId="urn:microsoft.com/office/officeart/2016/7/layout/RepeatingBendingProcessNew"/>
    <dgm:cxn modelId="{E833B659-C54A-4557-88F0-2AFE24464946}" type="presParOf" srcId="{57849BC1-4685-45F8-B243-6BD01481ADEF}" destId="{782E8B47-6105-4BBE-8BA2-C94577A1DF72}" srcOrd="6" destOrd="0" presId="urn:microsoft.com/office/officeart/2016/7/layout/RepeatingBendingProcessNew"/>
    <dgm:cxn modelId="{2404B56F-7144-41CF-82C8-1610C611B551}" type="presParOf" srcId="{57849BC1-4685-45F8-B243-6BD01481ADEF}" destId="{90AF9F71-7F54-4761-B090-FCA89D4007D9}" srcOrd="7" destOrd="0" presId="urn:microsoft.com/office/officeart/2016/7/layout/RepeatingBendingProcessNew"/>
    <dgm:cxn modelId="{4DA09B29-1A63-4FC7-B9C7-C04FB34AB383}" type="presParOf" srcId="{90AF9F71-7F54-4761-B090-FCA89D4007D9}" destId="{7D7ED5D1-7077-4B76-9755-D3353B3274CF}" srcOrd="0" destOrd="0" presId="urn:microsoft.com/office/officeart/2016/7/layout/RepeatingBendingProcessNew"/>
    <dgm:cxn modelId="{C144A62A-EC59-4DF1-BB22-B04806D52B0D}" type="presParOf" srcId="{57849BC1-4685-45F8-B243-6BD01481ADEF}" destId="{D2438A92-1202-4D64-A99A-1D4DC6C561A4}" srcOrd="8" destOrd="0" presId="urn:microsoft.com/office/officeart/2016/7/layout/RepeatingBendingProcessNew"/>
    <dgm:cxn modelId="{0F73B868-F79F-45CA-A30C-7CA3F71E706E}" type="presParOf" srcId="{57849BC1-4685-45F8-B243-6BD01481ADEF}" destId="{F7B48111-1BB8-4AFB-9BCC-2BD314B7149C}" srcOrd="9" destOrd="0" presId="urn:microsoft.com/office/officeart/2016/7/layout/RepeatingBendingProcessNew"/>
    <dgm:cxn modelId="{351E92CC-23FA-4202-AC37-553800DEC557}" type="presParOf" srcId="{F7B48111-1BB8-4AFB-9BCC-2BD314B7149C}" destId="{18524D74-F5CD-4D25-B1D8-807B5BD02200}" srcOrd="0" destOrd="0" presId="urn:microsoft.com/office/officeart/2016/7/layout/RepeatingBendingProcessNew"/>
    <dgm:cxn modelId="{4D2DB66A-03C3-4C84-BEEC-0078851B7DF3}" type="presParOf" srcId="{57849BC1-4685-45F8-B243-6BD01481ADEF}" destId="{16BD1673-B0B4-482C-A575-9167729D2D9F}"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23DEF9E-099E-48A9-80B2-9E7FFB07AF6D}"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817000D7-FFD9-43B9-80A8-E541A82F27D6}">
      <dgm:prSet/>
      <dgm:spPr/>
      <dgm:t>
        <a:bodyPr/>
        <a:lstStyle/>
        <a:p>
          <a:r>
            <a:rPr lang="en-GB" b="1"/>
            <a:t>Active listening</a:t>
          </a:r>
          <a:endParaRPr lang="en-US"/>
        </a:p>
      </dgm:t>
    </dgm:pt>
    <dgm:pt modelId="{D6B01766-D211-472B-BC5C-3562466D010D}" type="parTrans" cxnId="{51A5B082-AC1A-4D12-A690-4DB4FF45F66E}">
      <dgm:prSet/>
      <dgm:spPr/>
      <dgm:t>
        <a:bodyPr/>
        <a:lstStyle/>
        <a:p>
          <a:endParaRPr lang="en-US"/>
        </a:p>
      </dgm:t>
    </dgm:pt>
    <dgm:pt modelId="{F31AD934-39D6-4409-99CA-47C1CAD5F57C}" type="sibTrans" cxnId="{51A5B082-AC1A-4D12-A690-4DB4FF45F66E}">
      <dgm:prSet/>
      <dgm:spPr/>
      <dgm:t>
        <a:bodyPr/>
        <a:lstStyle/>
        <a:p>
          <a:endParaRPr lang="en-US"/>
        </a:p>
      </dgm:t>
    </dgm:pt>
    <dgm:pt modelId="{29315A35-79C2-46DF-A63F-042CA1B21DF4}">
      <dgm:prSet/>
      <dgm:spPr/>
      <dgm:t>
        <a:bodyPr/>
        <a:lstStyle/>
        <a:p>
          <a:r>
            <a:rPr lang="en-GB" b="1"/>
            <a:t>Avoid sympathy </a:t>
          </a:r>
          <a:endParaRPr lang="en-US"/>
        </a:p>
      </dgm:t>
    </dgm:pt>
    <dgm:pt modelId="{EAD20EAD-9E7F-4AD7-86B9-742D86002885}" type="parTrans" cxnId="{4DE72003-CF6D-4539-9028-6D53729C65ED}">
      <dgm:prSet/>
      <dgm:spPr/>
      <dgm:t>
        <a:bodyPr/>
        <a:lstStyle/>
        <a:p>
          <a:endParaRPr lang="en-US"/>
        </a:p>
      </dgm:t>
    </dgm:pt>
    <dgm:pt modelId="{66F90DDD-E4ED-424C-B261-CC005F3465FA}" type="sibTrans" cxnId="{4DE72003-CF6D-4539-9028-6D53729C65ED}">
      <dgm:prSet/>
      <dgm:spPr/>
      <dgm:t>
        <a:bodyPr/>
        <a:lstStyle/>
        <a:p>
          <a:endParaRPr lang="en-US"/>
        </a:p>
      </dgm:t>
    </dgm:pt>
    <dgm:pt modelId="{52355A41-C54B-4B2D-8C7A-0CFC291817EF}">
      <dgm:prSet/>
      <dgm:spPr/>
      <dgm:t>
        <a:bodyPr/>
        <a:lstStyle/>
        <a:p>
          <a:r>
            <a:rPr lang="en-GB" b="1"/>
            <a:t>Keep your attitude in check</a:t>
          </a:r>
          <a:endParaRPr lang="en-US"/>
        </a:p>
      </dgm:t>
    </dgm:pt>
    <dgm:pt modelId="{30C005A1-8443-4270-997B-E2FF787CC865}" type="parTrans" cxnId="{55E5E0C0-0BBE-4EA5-8037-4355415AE2E1}">
      <dgm:prSet/>
      <dgm:spPr/>
      <dgm:t>
        <a:bodyPr/>
        <a:lstStyle/>
        <a:p>
          <a:endParaRPr lang="en-US"/>
        </a:p>
      </dgm:t>
    </dgm:pt>
    <dgm:pt modelId="{4B7FCC07-FFB1-4C36-B678-932424B4A29B}" type="sibTrans" cxnId="{55E5E0C0-0BBE-4EA5-8037-4355415AE2E1}">
      <dgm:prSet/>
      <dgm:spPr/>
      <dgm:t>
        <a:bodyPr/>
        <a:lstStyle/>
        <a:p>
          <a:endParaRPr lang="en-US"/>
        </a:p>
      </dgm:t>
    </dgm:pt>
    <dgm:pt modelId="{1728DC77-CC72-4497-8373-CF13D00197BA}">
      <dgm:prSet/>
      <dgm:spPr/>
      <dgm:t>
        <a:bodyPr/>
        <a:lstStyle/>
        <a:p>
          <a:r>
            <a:rPr lang="en-GB" b="1"/>
            <a:t>Give people the benefit of doubt</a:t>
          </a:r>
          <a:endParaRPr lang="en-US"/>
        </a:p>
      </dgm:t>
    </dgm:pt>
    <dgm:pt modelId="{00E9AF0B-7607-454E-B160-4C91E4E60E57}" type="parTrans" cxnId="{199FA0F6-B81D-4CB5-9768-84B05262B214}">
      <dgm:prSet/>
      <dgm:spPr/>
      <dgm:t>
        <a:bodyPr/>
        <a:lstStyle/>
        <a:p>
          <a:endParaRPr lang="en-US"/>
        </a:p>
      </dgm:t>
    </dgm:pt>
    <dgm:pt modelId="{068C5916-E7BD-49E1-AA0B-A319463DBF23}" type="sibTrans" cxnId="{199FA0F6-B81D-4CB5-9768-84B05262B214}">
      <dgm:prSet/>
      <dgm:spPr/>
      <dgm:t>
        <a:bodyPr/>
        <a:lstStyle/>
        <a:p>
          <a:endParaRPr lang="en-US"/>
        </a:p>
      </dgm:t>
    </dgm:pt>
    <dgm:pt modelId="{8E2989C3-0AB3-4809-A857-5AE34B46C7D7}">
      <dgm:prSet/>
      <dgm:spPr/>
      <dgm:t>
        <a:bodyPr/>
        <a:lstStyle/>
        <a:p>
          <a:r>
            <a:rPr lang="en-GB" b="1"/>
            <a:t>Make customers a part of the solution</a:t>
          </a:r>
          <a:r>
            <a:rPr lang="en-GB"/>
            <a:t> </a:t>
          </a:r>
          <a:endParaRPr lang="en-US"/>
        </a:p>
      </dgm:t>
    </dgm:pt>
    <dgm:pt modelId="{804E3E2A-7D4E-4955-93C5-DF1284B2956D}" type="parTrans" cxnId="{0DCA1842-619D-467A-BC12-D38EAE17918A}">
      <dgm:prSet/>
      <dgm:spPr/>
      <dgm:t>
        <a:bodyPr/>
        <a:lstStyle/>
        <a:p>
          <a:endParaRPr lang="en-US"/>
        </a:p>
      </dgm:t>
    </dgm:pt>
    <dgm:pt modelId="{DCDB078A-C264-4DA2-BE94-05768D13929B}" type="sibTrans" cxnId="{0DCA1842-619D-467A-BC12-D38EAE17918A}">
      <dgm:prSet/>
      <dgm:spPr/>
      <dgm:t>
        <a:bodyPr/>
        <a:lstStyle/>
        <a:p>
          <a:endParaRPr lang="en-US"/>
        </a:p>
      </dgm:t>
    </dgm:pt>
    <dgm:pt modelId="{5FFE8643-352B-486A-A50E-946816ED08B2}">
      <dgm:prSet/>
      <dgm:spPr/>
      <dgm:t>
        <a:bodyPr/>
        <a:lstStyle/>
        <a:p>
          <a:r>
            <a:rPr lang="en-GB" b="1"/>
            <a:t>Be curious about your customer</a:t>
          </a:r>
          <a:r>
            <a:rPr lang="en-GB"/>
            <a:t> </a:t>
          </a:r>
          <a:endParaRPr lang="en-US"/>
        </a:p>
      </dgm:t>
    </dgm:pt>
    <dgm:pt modelId="{8D5554A7-231F-4D8C-B479-2AC1E4A9EAE0}" type="parTrans" cxnId="{0731A024-881C-4D58-AFA0-94847E82BE0F}">
      <dgm:prSet/>
      <dgm:spPr/>
      <dgm:t>
        <a:bodyPr/>
        <a:lstStyle/>
        <a:p>
          <a:endParaRPr lang="en-US"/>
        </a:p>
      </dgm:t>
    </dgm:pt>
    <dgm:pt modelId="{86956647-E43E-43B9-BB7C-6442BE81915C}" type="sibTrans" cxnId="{0731A024-881C-4D58-AFA0-94847E82BE0F}">
      <dgm:prSet/>
      <dgm:spPr/>
      <dgm:t>
        <a:bodyPr/>
        <a:lstStyle/>
        <a:p>
          <a:endParaRPr lang="en-US"/>
        </a:p>
      </dgm:t>
    </dgm:pt>
    <dgm:pt modelId="{A745C300-D56C-4440-AF81-3D3058618633}">
      <dgm:prSet/>
      <dgm:spPr/>
      <dgm:t>
        <a:bodyPr/>
        <a:lstStyle/>
        <a:p>
          <a:r>
            <a:rPr lang="en-GB" b="1"/>
            <a:t>Look for common interests</a:t>
          </a:r>
          <a:r>
            <a:rPr lang="en-GB"/>
            <a:t> </a:t>
          </a:r>
          <a:endParaRPr lang="en-US"/>
        </a:p>
      </dgm:t>
    </dgm:pt>
    <dgm:pt modelId="{DC8147E8-038C-4A01-916F-E49E40DB6AA4}" type="parTrans" cxnId="{64051D9D-54D2-49F8-B5B1-C35F9F4A4F17}">
      <dgm:prSet/>
      <dgm:spPr/>
      <dgm:t>
        <a:bodyPr/>
        <a:lstStyle/>
        <a:p>
          <a:endParaRPr lang="en-US"/>
        </a:p>
      </dgm:t>
    </dgm:pt>
    <dgm:pt modelId="{FC92F4DF-2446-4318-8F91-BBFF2E26D930}" type="sibTrans" cxnId="{64051D9D-54D2-49F8-B5B1-C35F9F4A4F17}">
      <dgm:prSet/>
      <dgm:spPr/>
      <dgm:t>
        <a:bodyPr/>
        <a:lstStyle/>
        <a:p>
          <a:endParaRPr lang="en-US"/>
        </a:p>
      </dgm:t>
    </dgm:pt>
    <dgm:pt modelId="{AEA3DB07-DC91-40C1-8595-75F0087A8942}">
      <dgm:prSet/>
      <dgm:spPr/>
      <dgm:t>
        <a:bodyPr/>
        <a:lstStyle/>
        <a:p>
          <a:r>
            <a:rPr lang="en-GB" b="1"/>
            <a:t>Always be respectful</a:t>
          </a:r>
          <a:endParaRPr lang="en-US"/>
        </a:p>
      </dgm:t>
    </dgm:pt>
    <dgm:pt modelId="{27BB3048-7EAF-4A4E-BAB4-4EF0EFBF7EFD}" type="parTrans" cxnId="{4AEA1525-A3F5-4901-874F-2A9EB723AD3C}">
      <dgm:prSet/>
      <dgm:spPr/>
      <dgm:t>
        <a:bodyPr/>
        <a:lstStyle/>
        <a:p>
          <a:endParaRPr lang="en-US"/>
        </a:p>
      </dgm:t>
    </dgm:pt>
    <dgm:pt modelId="{95DCA86D-28A4-4CAD-9506-0D04BB7F5DDD}" type="sibTrans" cxnId="{4AEA1525-A3F5-4901-874F-2A9EB723AD3C}">
      <dgm:prSet/>
      <dgm:spPr/>
      <dgm:t>
        <a:bodyPr/>
        <a:lstStyle/>
        <a:p>
          <a:endParaRPr lang="en-US"/>
        </a:p>
      </dgm:t>
    </dgm:pt>
    <dgm:pt modelId="{B6146DAB-8E61-4C6D-ABA2-BD15CA06F1FF}">
      <dgm:prSet/>
      <dgm:spPr/>
      <dgm:t>
        <a:bodyPr/>
        <a:lstStyle/>
        <a:p>
          <a:r>
            <a:rPr lang="en-GB" b="1" i="0"/>
            <a:t>Be extra careful when there is a language barrier</a:t>
          </a:r>
          <a:r>
            <a:rPr lang="en-GB" b="0" i="0"/>
            <a:t> </a:t>
          </a:r>
          <a:endParaRPr lang="en-US"/>
        </a:p>
      </dgm:t>
    </dgm:pt>
    <dgm:pt modelId="{1BAC1534-20E7-4DBD-8C93-67E135E9DD67}" type="parTrans" cxnId="{DD667567-4DEF-4EBC-81EA-5CB06F28A608}">
      <dgm:prSet/>
      <dgm:spPr/>
      <dgm:t>
        <a:bodyPr/>
        <a:lstStyle/>
        <a:p>
          <a:endParaRPr lang="en-US"/>
        </a:p>
      </dgm:t>
    </dgm:pt>
    <dgm:pt modelId="{8F88450C-EE9B-4D2D-9B0A-AE0FFA239F66}" type="sibTrans" cxnId="{DD667567-4DEF-4EBC-81EA-5CB06F28A608}">
      <dgm:prSet/>
      <dgm:spPr/>
      <dgm:t>
        <a:bodyPr/>
        <a:lstStyle/>
        <a:p>
          <a:endParaRPr lang="en-US"/>
        </a:p>
      </dgm:t>
    </dgm:pt>
    <dgm:pt modelId="{31EA2E89-D7BD-4A40-82C9-4EB51C2ACC05}">
      <dgm:prSet/>
      <dgm:spPr/>
      <dgm:t>
        <a:bodyPr/>
        <a:lstStyle/>
        <a:p>
          <a:r>
            <a:rPr lang="en-GB" b="1" i="0"/>
            <a:t>Respond to the customer’s tone</a:t>
          </a:r>
          <a:r>
            <a:rPr lang="en-GB" b="0" i="0"/>
            <a:t> </a:t>
          </a:r>
          <a:endParaRPr lang="en-US"/>
        </a:p>
      </dgm:t>
    </dgm:pt>
    <dgm:pt modelId="{19774BA5-4FCA-43AB-83E4-CF9FFC3E84DA}" type="parTrans" cxnId="{66DF495C-8831-4460-B19B-0FEE64E8CBE9}">
      <dgm:prSet/>
      <dgm:spPr/>
      <dgm:t>
        <a:bodyPr/>
        <a:lstStyle/>
        <a:p>
          <a:endParaRPr lang="en-US"/>
        </a:p>
      </dgm:t>
    </dgm:pt>
    <dgm:pt modelId="{1DF1B22D-E789-411F-AB97-923F66D2B9CF}" type="sibTrans" cxnId="{66DF495C-8831-4460-B19B-0FEE64E8CBE9}">
      <dgm:prSet/>
      <dgm:spPr/>
      <dgm:t>
        <a:bodyPr/>
        <a:lstStyle/>
        <a:p>
          <a:endParaRPr lang="en-US"/>
        </a:p>
      </dgm:t>
    </dgm:pt>
    <dgm:pt modelId="{C951B55A-FC44-4401-AAC2-59E68BD2526A}">
      <dgm:prSet/>
      <dgm:spPr/>
      <dgm:t>
        <a:bodyPr/>
        <a:lstStyle/>
        <a:p>
          <a:r>
            <a:rPr lang="en-GB" b="1" i="0"/>
            <a:t>Do not assume, ask</a:t>
          </a:r>
          <a:endParaRPr lang="en-US"/>
        </a:p>
      </dgm:t>
    </dgm:pt>
    <dgm:pt modelId="{545C7852-7209-4233-AA84-F352A3EB353E}" type="parTrans" cxnId="{929ED8D0-0D61-4576-BCF5-365BF9BF2A2C}">
      <dgm:prSet/>
      <dgm:spPr/>
      <dgm:t>
        <a:bodyPr/>
        <a:lstStyle/>
        <a:p>
          <a:endParaRPr lang="en-US"/>
        </a:p>
      </dgm:t>
    </dgm:pt>
    <dgm:pt modelId="{AB5E6AFF-2A4F-44AC-87A2-9FFA4509E476}" type="sibTrans" cxnId="{929ED8D0-0D61-4576-BCF5-365BF9BF2A2C}">
      <dgm:prSet/>
      <dgm:spPr/>
      <dgm:t>
        <a:bodyPr/>
        <a:lstStyle/>
        <a:p>
          <a:endParaRPr lang="en-US"/>
        </a:p>
      </dgm:t>
    </dgm:pt>
    <dgm:pt modelId="{10825925-3EE4-4846-8F60-6926B9EDBD79}">
      <dgm:prSet/>
      <dgm:spPr/>
      <dgm:t>
        <a:bodyPr/>
        <a:lstStyle/>
        <a:p>
          <a:r>
            <a:rPr lang="en-GB" b="1" i="0"/>
            <a:t>Take their side when they are right</a:t>
          </a:r>
          <a:r>
            <a:rPr lang="en-GB" b="0" i="0"/>
            <a:t> </a:t>
          </a:r>
          <a:endParaRPr lang="en-US"/>
        </a:p>
      </dgm:t>
    </dgm:pt>
    <dgm:pt modelId="{CF5824BA-EA96-46B0-8822-F8531A9E784A}" type="parTrans" cxnId="{54264108-77A9-47B0-BDDA-03D484A763E2}">
      <dgm:prSet/>
      <dgm:spPr/>
      <dgm:t>
        <a:bodyPr/>
        <a:lstStyle/>
        <a:p>
          <a:endParaRPr lang="en-US"/>
        </a:p>
      </dgm:t>
    </dgm:pt>
    <dgm:pt modelId="{4CAB1799-54D1-4F26-A36C-E125666081A6}" type="sibTrans" cxnId="{54264108-77A9-47B0-BDDA-03D484A763E2}">
      <dgm:prSet/>
      <dgm:spPr/>
      <dgm:t>
        <a:bodyPr/>
        <a:lstStyle/>
        <a:p>
          <a:endParaRPr lang="en-US"/>
        </a:p>
      </dgm:t>
    </dgm:pt>
    <dgm:pt modelId="{85E74239-9C08-4BB1-BFD8-68C156020962}" type="pres">
      <dgm:prSet presAssocID="{123DEF9E-099E-48A9-80B2-9E7FFB07AF6D}" presName="diagram" presStyleCnt="0">
        <dgm:presLayoutVars>
          <dgm:dir/>
          <dgm:resizeHandles val="exact"/>
        </dgm:presLayoutVars>
      </dgm:prSet>
      <dgm:spPr/>
    </dgm:pt>
    <dgm:pt modelId="{5CA9D3AA-EC1B-43AB-B8E3-936CCA429755}" type="pres">
      <dgm:prSet presAssocID="{817000D7-FFD9-43B9-80A8-E541A82F27D6}" presName="node" presStyleLbl="node1" presStyleIdx="0" presStyleCnt="12">
        <dgm:presLayoutVars>
          <dgm:bulletEnabled val="1"/>
        </dgm:presLayoutVars>
      </dgm:prSet>
      <dgm:spPr/>
    </dgm:pt>
    <dgm:pt modelId="{969F3219-5439-40D3-915A-4EC49763FD0D}" type="pres">
      <dgm:prSet presAssocID="{F31AD934-39D6-4409-99CA-47C1CAD5F57C}" presName="sibTrans" presStyleCnt="0"/>
      <dgm:spPr/>
    </dgm:pt>
    <dgm:pt modelId="{7C44DA1E-8704-4A7D-95FC-A1B433FDFD9F}" type="pres">
      <dgm:prSet presAssocID="{29315A35-79C2-46DF-A63F-042CA1B21DF4}" presName="node" presStyleLbl="node1" presStyleIdx="1" presStyleCnt="12">
        <dgm:presLayoutVars>
          <dgm:bulletEnabled val="1"/>
        </dgm:presLayoutVars>
      </dgm:prSet>
      <dgm:spPr/>
    </dgm:pt>
    <dgm:pt modelId="{6C00A0FE-FFCA-4C29-8357-BDFDDADEEB91}" type="pres">
      <dgm:prSet presAssocID="{66F90DDD-E4ED-424C-B261-CC005F3465FA}" presName="sibTrans" presStyleCnt="0"/>
      <dgm:spPr/>
    </dgm:pt>
    <dgm:pt modelId="{3069D9EF-89A9-4421-9946-3DC24F4D5343}" type="pres">
      <dgm:prSet presAssocID="{52355A41-C54B-4B2D-8C7A-0CFC291817EF}" presName="node" presStyleLbl="node1" presStyleIdx="2" presStyleCnt="12">
        <dgm:presLayoutVars>
          <dgm:bulletEnabled val="1"/>
        </dgm:presLayoutVars>
      </dgm:prSet>
      <dgm:spPr/>
    </dgm:pt>
    <dgm:pt modelId="{0E1547F8-39B6-4F44-976B-ED7C68189BAD}" type="pres">
      <dgm:prSet presAssocID="{4B7FCC07-FFB1-4C36-B678-932424B4A29B}" presName="sibTrans" presStyleCnt="0"/>
      <dgm:spPr/>
    </dgm:pt>
    <dgm:pt modelId="{0D25284F-3086-42D1-940D-3C2318F01298}" type="pres">
      <dgm:prSet presAssocID="{1728DC77-CC72-4497-8373-CF13D00197BA}" presName="node" presStyleLbl="node1" presStyleIdx="3" presStyleCnt="12">
        <dgm:presLayoutVars>
          <dgm:bulletEnabled val="1"/>
        </dgm:presLayoutVars>
      </dgm:prSet>
      <dgm:spPr/>
    </dgm:pt>
    <dgm:pt modelId="{7C960A94-3D01-4568-BD45-79480996C15B}" type="pres">
      <dgm:prSet presAssocID="{068C5916-E7BD-49E1-AA0B-A319463DBF23}" presName="sibTrans" presStyleCnt="0"/>
      <dgm:spPr/>
    </dgm:pt>
    <dgm:pt modelId="{3C7D2D4C-BF20-428C-A315-A4B807B9B965}" type="pres">
      <dgm:prSet presAssocID="{8E2989C3-0AB3-4809-A857-5AE34B46C7D7}" presName="node" presStyleLbl="node1" presStyleIdx="4" presStyleCnt="12">
        <dgm:presLayoutVars>
          <dgm:bulletEnabled val="1"/>
        </dgm:presLayoutVars>
      </dgm:prSet>
      <dgm:spPr/>
    </dgm:pt>
    <dgm:pt modelId="{363E46B2-FC73-493F-85F1-418C32F7ACDA}" type="pres">
      <dgm:prSet presAssocID="{DCDB078A-C264-4DA2-BE94-05768D13929B}" presName="sibTrans" presStyleCnt="0"/>
      <dgm:spPr/>
    </dgm:pt>
    <dgm:pt modelId="{599D2F01-92B6-421C-A487-B356B4AE6A84}" type="pres">
      <dgm:prSet presAssocID="{5FFE8643-352B-486A-A50E-946816ED08B2}" presName="node" presStyleLbl="node1" presStyleIdx="5" presStyleCnt="12">
        <dgm:presLayoutVars>
          <dgm:bulletEnabled val="1"/>
        </dgm:presLayoutVars>
      </dgm:prSet>
      <dgm:spPr/>
    </dgm:pt>
    <dgm:pt modelId="{6B36487C-D50D-40F7-A588-DE3136CD8EE3}" type="pres">
      <dgm:prSet presAssocID="{86956647-E43E-43B9-BB7C-6442BE81915C}" presName="sibTrans" presStyleCnt="0"/>
      <dgm:spPr/>
    </dgm:pt>
    <dgm:pt modelId="{377612A8-9F50-4D63-94A5-CE5D8327C0C9}" type="pres">
      <dgm:prSet presAssocID="{A745C300-D56C-4440-AF81-3D3058618633}" presName="node" presStyleLbl="node1" presStyleIdx="6" presStyleCnt="12">
        <dgm:presLayoutVars>
          <dgm:bulletEnabled val="1"/>
        </dgm:presLayoutVars>
      </dgm:prSet>
      <dgm:spPr/>
    </dgm:pt>
    <dgm:pt modelId="{32D34F4E-DB3C-4256-ABF3-B9CFCC3517FD}" type="pres">
      <dgm:prSet presAssocID="{FC92F4DF-2446-4318-8F91-BBFF2E26D930}" presName="sibTrans" presStyleCnt="0"/>
      <dgm:spPr/>
    </dgm:pt>
    <dgm:pt modelId="{13531C78-EDB7-41F2-9BB7-BACE00D0D45A}" type="pres">
      <dgm:prSet presAssocID="{AEA3DB07-DC91-40C1-8595-75F0087A8942}" presName="node" presStyleLbl="node1" presStyleIdx="7" presStyleCnt="12">
        <dgm:presLayoutVars>
          <dgm:bulletEnabled val="1"/>
        </dgm:presLayoutVars>
      </dgm:prSet>
      <dgm:spPr/>
    </dgm:pt>
    <dgm:pt modelId="{7BB71C88-993E-4243-A70A-62F3B663C94A}" type="pres">
      <dgm:prSet presAssocID="{95DCA86D-28A4-4CAD-9506-0D04BB7F5DDD}" presName="sibTrans" presStyleCnt="0"/>
      <dgm:spPr/>
    </dgm:pt>
    <dgm:pt modelId="{F29D6FB8-FAE7-474F-956E-364D78FA59EF}" type="pres">
      <dgm:prSet presAssocID="{B6146DAB-8E61-4C6D-ABA2-BD15CA06F1FF}" presName="node" presStyleLbl="node1" presStyleIdx="8" presStyleCnt="12">
        <dgm:presLayoutVars>
          <dgm:bulletEnabled val="1"/>
        </dgm:presLayoutVars>
      </dgm:prSet>
      <dgm:spPr/>
    </dgm:pt>
    <dgm:pt modelId="{DABD165D-C0D2-4779-8C70-88C6954FB5A0}" type="pres">
      <dgm:prSet presAssocID="{8F88450C-EE9B-4D2D-9B0A-AE0FFA239F66}" presName="sibTrans" presStyleCnt="0"/>
      <dgm:spPr/>
    </dgm:pt>
    <dgm:pt modelId="{EB23BD69-2231-4C98-9158-A9378AE53045}" type="pres">
      <dgm:prSet presAssocID="{31EA2E89-D7BD-4A40-82C9-4EB51C2ACC05}" presName="node" presStyleLbl="node1" presStyleIdx="9" presStyleCnt="12">
        <dgm:presLayoutVars>
          <dgm:bulletEnabled val="1"/>
        </dgm:presLayoutVars>
      </dgm:prSet>
      <dgm:spPr/>
    </dgm:pt>
    <dgm:pt modelId="{4D842320-46D9-4556-99E2-DB38F4306D51}" type="pres">
      <dgm:prSet presAssocID="{1DF1B22D-E789-411F-AB97-923F66D2B9CF}" presName="sibTrans" presStyleCnt="0"/>
      <dgm:spPr/>
    </dgm:pt>
    <dgm:pt modelId="{CD45B8D5-754C-41DE-A33A-70A67BE7E543}" type="pres">
      <dgm:prSet presAssocID="{C951B55A-FC44-4401-AAC2-59E68BD2526A}" presName="node" presStyleLbl="node1" presStyleIdx="10" presStyleCnt="12">
        <dgm:presLayoutVars>
          <dgm:bulletEnabled val="1"/>
        </dgm:presLayoutVars>
      </dgm:prSet>
      <dgm:spPr/>
    </dgm:pt>
    <dgm:pt modelId="{6C492CB5-1432-4636-AEDD-63E06EA0EBA8}" type="pres">
      <dgm:prSet presAssocID="{AB5E6AFF-2A4F-44AC-87A2-9FFA4509E476}" presName="sibTrans" presStyleCnt="0"/>
      <dgm:spPr/>
    </dgm:pt>
    <dgm:pt modelId="{EF5EEAF8-7AB1-40A6-8616-F8FC917FA7E7}" type="pres">
      <dgm:prSet presAssocID="{10825925-3EE4-4846-8F60-6926B9EDBD79}" presName="node" presStyleLbl="node1" presStyleIdx="11" presStyleCnt="12">
        <dgm:presLayoutVars>
          <dgm:bulletEnabled val="1"/>
        </dgm:presLayoutVars>
      </dgm:prSet>
      <dgm:spPr/>
    </dgm:pt>
  </dgm:ptLst>
  <dgm:cxnLst>
    <dgm:cxn modelId="{4DE72003-CF6D-4539-9028-6D53729C65ED}" srcId="{123DEF9E-099E-48A9-80B2-9E7FFB07AF6D}" destId="{29315A35-79C2-46DF-A63F-042CA1B21DF4}" srcOrd="1" destOrd="0" parTransId="{EAD20EAD-9E7F-4AD7-86B9-742D86002885}" sibTransId="{66F90DDD-E4ED-424C-B261-CC005F3465FA}"/>
    <dgm:cxn modelId="{54264108-77A9-47B0-BDDA-03D484A763E2}" srcId="{123DEF9E-099E-48A9-80B2-9E7FFB07AF6D}" destId="{10825925-3EE4-4846-8F60-6926B9EDBD79}" srcOrd="11" destOrd="0" parTransId="{CF5824BA-EA96-46B0-8822-F8531A9E784A}" sibTransId="{4CAB1799-54D1-4F26-A36C-E125666081A6}"/>
    <dgm:cxn modelId="{0731A024-881C-4D58-AFA0-94847E82BE0F}" srcId="{123DEF9E-099E-48A9-80B2-9E7FFB07AF6D}" destId="{5FFE8643-352B-486A-A50E-946816ED08B2}" srcOrd="5" destOrd="0" parTransId="{8D5554A7-231F-4D8C-B479-2AC1E4A9EAE0}" sibTransId="{86956647-E43E-43B9-BB7C-6442BE81915C}"/>
    <dgm:cxn modelId="{3A12E424-098D-48A3-AB9F-93C97E5E063A}" type="presOf" srcId="{1728DC77-CC72-4497-8373-CF13D00197BA}" destId="{0D25284F-3086-42D1-940D-3C2318F01298}" srcOrd="0" destOrd="0" presId="urn:microsoft.com/office/officeart/2005/8/layout/default"/>
    <dgm:cxn modelId="{4AEA1525-A3F5-4901-874F-2A9EB723AD3C}" srcId="{123DEF9E-099E-48A9-80B2-9E7FFB07AF6D}" destId="{AEA3DB07-DC91-40C1-8595-75F0087A8942}" srcOrd="7" destOrd="0" parTransId="{27BB3048-7EAF-4A4E-BAB4-4EF0EFBF7EFD}" sibTransId="{95DCA86D-28A4-4CAD-9506-0D04BB7F5DDD}"/>
    <dgm:cxn modelId="{70C5C928-F0F0-4CA4-A1B5-EC96E9452EA2}" type="presOf" srcId="{52355A41-C54B-4B2D-8C7A-0CFC291817EF}" destId="{3069D9EF-89A9-4421-9946-3DC24F4D5343}" srcOrd="0" destOrd="0" presId="urn:microsoft.com/office/officeart/2005/8/layout/default"/>
    <dgm:cxn modelId="{A8DC032B-54E6-415F-8A8B-1E97C8F9D53B}" type="presOf" srcId="{29315A35-79C2-46DF-A63F-042CA1B21DF4}" destId="{7C44DA1E-8704-4A7D-95FC-A1B433FDFD9F}" srcOrd="0" destOrd="0" presId="urn:microsoft.com/office/officeart/2005/8/layout/default"/>
    <dgm:cxn modelId="{4FB2D331-A01D-4890-97FE-F314971B396E}" type="presOf" srcId="{5FFE8643-352B-486A-A50E-946816ED08B2}" destId="{599D2F01-92B6-421C-A487-B356B4AE6A84}" srcOrd="0" destOrd="0" presId="urn:microsoft.com/office/officeart/2005/8/layout/default"/>
    <dgm:cxn modelId="{C1B68036-4069-400C-B0F9-14DD52B30871}" type="presOf" srcId="{817000D7-FFD9-43B9-80A8-E541A82F27D6}" destId="{5CA9D3AA-EC1B-43AB-B8E3-936CCA429755}" srcOrd="0" destOrd="0" presId="urn:microsoft.com/office/officeart/2005/8/layout/default"/>
    <dgm:cxn modelId="{66DF495C-8831-4460-B19B-0FEE64E8CBE9}" srcId="{123DEF9E-099E-48A9-80B2-9E7FFB07AF6D}" destId="{31EA2E89-D7BD-4A40-82C9-4EB51C2ACC05}" srcOrd="9" destOrd="0" parTransId="{19774BA5-4FCA-43AB-83E4-CF9FFC3E84DA}" sibTransId="{1DF1B22D-E789-411F-AB97-923F66D2B9CF}"/>
    <dgm:cxn modelId="{0DCA1842-619D-467A-BC12-D38EAE17918A}" srcId="{123DEF9E-099E-48A9-80B2-9E7FFB07AF6D}" destId="{8E2989C3-0AB3-4809-A857-5AE34B46C7D7}" srcOrd="4" destOrd="0" parTransId="{804E3E2A-7D4E-4955-93C5-DF1284B2956D}" sibTransId="{DCDB078A-C264-4DA2-BE94-05768D13929B}"/>
    <dgm:cxn modelId="{50EDAB66-3022-48BB-9458-465B14FA4C99}" type="presOf" srcId="{123DEF9E-099E-48A9-80B2-9E7FFB07AF6D}" destId="{85E74239-9C08-4BB1-BFD8-68C156020962}" srcOrd="0" destOrd="0" presId="urn:microsoft.com/office/officeart/2005/8/layout/default"/>
    <dgm:cxn modelId="{7522D846-CE04-40EC-B375-F3FFFEE32823}" type="presOf" srcId="{8E2989C3-0AB3-4809-A857-5AE34B46C7D7}" destId="{3C7D2D4C-BF20-428C-A315-A4B807B9B965}" srcOrd="0" destOrd="0" presId="urn:microsoft.com/office/officeart/2005/8/layout/default"/>
    <dgm:cxn modelId="{DD667567-4DEF-4EBC-81EA-5CB06F28A608}" srcId="{123DEF9E-099E-48A9-80B2-9E7FFB07AF6D}" destId="{B6146DAB-8E61-4C6D-ABA2-BD15CA06F1FF}" srcOrd="8" destOrd="0" parTransId="{1BAC1534-20E7-4DBD-8C93-67E135E9DD67}" sibTransId="{8F88450C-EE9B-4D2D-9B0A-AE0FFA239F66}"/>
    <dgm:cxn modelId="{06CEA067-95C9-47A5-AC0F-55D5256516B9}" type="presOf" srcId="{AEA3DB07-DC91-40C1-8595-75F0087A8942}" destId="{13531C78-EDB7-41F2-9BB7-BACE00D0D45A}" srcOrd="0" destOrd="0" presId="urn:microsoft.com/office/officeart/2005/8/layout/default"/>
    <dgm:cxn modelId="{F4901E58-40D8-4217-9A54-E98A1C080291}" type="presOf" srcId="{C951B55A-FC44-4401-AAC2-59E68BD2526A}" destId="{CD45B8D5-754C-41DE-A33A-70A67BE7E543}" srcOrd="0" destOrd="0" presId="urn:microsoft.com/office/officeart/2005/8/layout/default"/>
    <dgm:cxn modelId="{EBEF4C82-8990-4E5C-B7A1-6CBCA43E5CDF}" type="presOf" srcId="{10825925-3EE4-4846-8F60-6926B9EDBD79}" destId="{EF5EEAF8-7AB1-40A6-8616-F8FC917FA7E7}" srcOrd="0" destOrd="0" presId="urn:microsoft.com/office/officeart/2005/8/layout/default"/>
    <dgm:cxn modelId="{51A5B082-AC1A-4D12-A690-4DB4FF45F66E}" srcId="{123DEF9E-099E-48A9-80B2-9E7FFB07AF6D}" destId="{817000D7-FFD9-43B9-80A8-E541A82F27D6}" srcOrd="0" destOrd="0" parTransId="{D6B01766-D211-472B-BC5C-3562466D010D}" sibTransId="{F31AD934-39D6-4409-99CA-47C1CAD5F57C}"/>
    <dgm:cxn modelId="{8B68789B-37B8-4EDC-8101-04D7B375E8B9}" type="presOf" srcId="{31EA2E89-D7BD-4A40-82C9-4EB51C2ACC05}" destId="{EB23BD69-2231-4C98-9158-A9378AE53045}" srcOrd="0" destOrd="0" presId="urn:microsoft.com/office/officeart/2005/8/layout/default"/>
    <dgm:cxn modelId="{64051D9D-54D2-49F8-B5B1-C35F9F4A4F17}" srcId="{123DEF9E-099E-48A9-80B2-9E7FFB07AF6D}" destId="{A745C300-D56C-4440-AF81-3D3058618633}" srcOrd="6" destOrd="0" parTransId="{DC8147E8-038C-4A01-916F-E49E40DB6AA4}" sibTransId="{FC92F4DF-2446-4318-8F91-BBFF2E26D930}"/>
    <dgm:cxn modelId="{55E5E0C0-0BBE-4EA5-8037-4355415AE2E1}" srcId="{123DEF9E-099E-48A9-80B2-9E7FFB07AF6D}" destId="{52355A41-C54B-4B2D-8C7A-0CFC291817EF}" srcOrd="2" destOrd="0" parTransId="{30C005A1-8443-4270-997B-E2FF787CC865}" sibTransId="{4B7FCC07-FFB1-4C36-B678-932424B4A29B}"/>
    <dgm:cxn modelId="{929ED8D0-0D61-4576-BCF5-365BF9BF2A2C}" srcId="{123DEF9E-099E-48A9-80B2-9E7FFB07AF6D}" destId="{C951B55A-FC44-4401-AAC2-59E68BD2526A}" srcOrd="10" destOrd="0" parTransId="{545C7852-7209-4233-AA84-F352A3EB353E}" sibTransId="{AB5E6AFF-2A4F-44AC-87A2-9FFA4509E476}"/>
    <dgm:cxn modelId="{D827FDD5-111C-4482-92A8-20A0E6F31D21}" type="presOf" srcId="{A745C300-D56C-4440-AF81-3D3058618633}" destId="{377612A8-9F50-4D63-94A5-CE5D8327C0C9}" srcOrd="0" destOrd="0" presId="urn:microsoft.com/office/officeart/2005/8/layout/default"/>
    <dgm:cxn modelId="{199FA0F6-B81D-4CB5-9768-84B05262B214}" srcId="{123DEF9E-099E-48A9-80B2-9E7FFB07AF6D}" destId="{1728DC77-CC72-4497-8373-CF13D00197BA}" srcOrd="3" destOrd="0" parTransId="{00E9AF0B-7607-454E-B160-4C91E4E60E57}" sibTransId="{068C5916-E7BD-49E1-AA0B-A319463DBF23}"/>
    <dgm:cxn modelId="{4BB04EFC-5F54-4B6E-97E4-B6194C3B6D2C}" type="presOf" srcId="{B6146DAB-8E61-4C6D-ABA2-BD15CA06F1FF}" destId="{F29D6FB8-FAE7-474F-956E-364D78FA59EF}" srcOrd="0" destOrd="0" presId="urn:microsoft.com/office/officeart/2005/8/layout/default"/>
    <dgm:cxn modelId="{326493F8-D61C-46A4-A3A1-0555B2FCB5A7}" type="presParOf" srcId="{85E74239-9C08-4BB1-BFD8-68C156020962}" destId="{5CA9D3AA-EC1B-43AB-B8E3-936CCA429755}" srcOrd="0" destOrd="0" presId="urn:microsoft.com/office/officeart/2005/8/layout/default"/>
    <dgm:cxn modelId="{2FAB8E43-E0A1-4288-9467-B28B34EA24CE}" type="presParOf" srcId="{85E74239-9C08-4BB1-BFD8-68C156020962}" destId="{969F3219-5439-40D3-915A-4EC49763FD0D}" srcOrd="1" destOrd="0" presId="urn:microsoft.com/office/officeart/2005/8/layout/default"/>
    <dgm:cxn modelId="{174DA439-59CA-400F-996F-BE601891CA99}" type="presParOf" srcId="{85E74239-9C08-4BB1-BFD8-68C156020962}" destId="{7C44DA1E-8704-4A7D-95FC-A1B433FDFD9F}" srcOrd="2" destOrd="0" presId="urn:microsoft.com/office/officeart/2005/8/layout/default"/>
    <dgm:cxn modelId="{632B0E76-E8E8-4BF4-B8FB-989C2FCA099E}" type="presParOf" srcId="{85E74239-9C08-4BB1-BFD8-68C156020962}" destId="{6C00A0FE-FFCA-4C29-8357-BDFDDADEEB91}" srcOrd="3" destOrd="0" presId="urn:microsoft.com/office/officeart/2005/8/layout/default"/>
    <dgm:cxn modelId="{48D9BB01-FE3B-478C-B676-FB1B25FD8C14}" type="presParOf" srcId="{85E74239-9C08-4BB1-BFD8-68C156020962}" destId="{3069D9EF-89A9-4421-9946-3DC24F4D5343}" srcOrd="4" destOrd="0" presId="urn:microsoft.com/office/officeart/2005/8/layout/default"/>
    <dgm:cxn modelId="{E3742BE5-B44B-481A-8D0E-ADD19EB11579}" type="presParOf" srcId="{85E74239-9C08-4BB1-BFD8-68C156020962}" destId="{0E1547F8-39B6-4F44-976B-ED7C68189BAD}" srcOrd="5" destOrd="0" presId="urn:microsoft.com/office/officeart/2005/8/layout/default"/>
    <dgm:cxn modelId="{48BAB35B-C3FE-4911-BB86-7F4B750F9D30}" type="presParOf" srcId="{85E74239-9C08-4BB1-BFD8-68C156020962}" destId="{0D25284F-3086-42D1-940D-3C2318F01298}" srcOrd="6" destOrd="0" presId="urn:microsoft.com/office/officeart/2005/8/layout/default"/>
    <dgm:cxn modelId="{E928AF83-DD43-432C-A76B-5D036130E19A}" type="presParOf" srcId="{85E74239-9C08-4BB1-BFD8-68C156020962}" destId="{7C960A94-3D01-4568-BD45-79480996C15B}" srcOrd="7" destOrd="0" presId="urn:microsoft.com/office/officeart/2005/8/layout/default"/>
    <dgm:cxn modelId="{E44B61CA-87AB-468F-AEBB-F583BB892543}" type="presParOf" srcId="{85E74239-9C08-4BB1-BFD8-68C156020962}" destId="{3C7D2D4C-BF20-428C-A315-A4B807B9B965}" srcOrd="8" destOrd="0" presId="urn:microsoft.com/office/officeart/2005/8/layout/default"/>
    <dgm:cxn modelId="{9D4BA0E3-8FC8-4A81-BAA6-1CB772A1E1C4}" type="presParOf" srcId="{85E74239-9C08-4BB1-BFD8-68C156020962}" destId="{363E46B2-FC73-493F-85F1-418C32F7ACDA}" srcOrd="9" destOrd="0" presId="urn:microsoft.com/office/officeart/2005/8/layout/default"/>
    <dgm:cxn modelId="{112FF6A7-B0FF-4728-BBB3-9A82C0B4719B}" type="presParOf" srcId="{85E74239-9C08-4BB1-BFD8-68C156020962}" destId="{599D2F01-92B6-421C-A487-B356B4AE6A84}" srcOrd="10" destOrd="0" presId="urn:microsoft.com/office/officeart/2005/8/layout/default"/>
    <dgm:cxn modelId="{606C95A4-CBD7-4063-93AF-F6B7149EC683}" type="presParOf" srcId="{85E74239-9C08-4BB1-BFD8-68C156020962}" destId="{6B36487C-D50D-40F7-A588-DE3136CD8EE3}" srcOrd="11" destOrd="0" presId="urn:microsoft.com/office/officeart/2005/8/layout/default"/>
    <dgm:cxn modelId="{B066517B-8D43-4834-8EDD-1CF382862D25}" type="presParOf" srcId="{85E74239-9C08-4BB1-BFD8-68C156020962}" destId="{377612A8-9F50-4D63-94A5-CE5D8327C0C9}" srcOrd="12" destOrd="0" presId="urn:microsoft.com/office/officeart/2005/8/layout/default"/>
    <dgm:cxn modelId="{F20DDBB4-4044-4BA8-A89E-FD18DD9AB5E1}" type="presParOf" srcId="{85E74239-9C08-4BB1-BFD8-68C156020962}" destId="{32D34F4E-DB3C-4256-ABF3-B9CFCC3517FD}" srcOrd="13" destOrd="0" presId="urn:microsoft.com/office/officeart/2005/8/layout/default"/>
    <dgm:cxn modelId="{586A72B7-08FD-4F54-AF42-CF711715F95C}" type="presParOf" srcId="{85E74239-9C08-4BB1-BFD8-68C156020962}" destId="{13531C78-EDB7-41F2-9BB7-BACE00D0D45A}" srcOrd="14" destOrd="0" presId="urn:microsoft.com/office/officeart/2005/8/layout/default"/>
    <dgm:cxn modelId="{2BE767EF-7D8A-4CF3-AE17-F79C64E78958}" type="presParOf" srcId="{85E74239-9C08-4BB1-BFD8-68C156020962}" destId="{7BB71C88-993E-4243-A70A-62F3B663C94A}" srcOrd="15" destOrd="0" presId="urn:microsoft.com/office/officeart/2005/8/layout/default"/>
    <dgm:cxn modelId="{301AB11D-0FCA-46BD-87B4-5756B983D0BA}" type="presParOf" srcId="{85E74239-9C08-4BB1-BFD8-68C156020962}" destId="{F29D6FB8-FAE7-474F-956E-364D78FA59EF}" srcOrd="16" destOrd="0" presId="urn:microsoft.com/office/officeart/2005/8/layout/default"/>
    <dgm:cxn modelId="{3EC06AFC-C560-42CC-A9D4-CFDCEC43C047}" type="presParOf" srcId="{85E74239-9C08-4BB1-BFD8-68C156020962}" destId="{DABD165D-C0D2-4779-8C70-88C6954FB5A0}" srcOrd="17" destOrd="0" presId="urn:microsoft.com/office/officeart/2005/8/layout/default"/>
    <dgm:cxn modelId="{91E1788E-8CBF-4B9A-B10F-5373BF4DC206}" type="presParOf" srcId="{85E74239-9C08-4BB1-BFD8-68C156020962}" destId="{EB23BD69-2231-4C98-9158-A9378AE53045}" srcOrd="18" destOrd="0" presId="urn:microsoft.com/office/officeart/2005/8/layout/default"/>
    <dgm:cxn modelId="{18BF5A18-C580-4CBC-926E-309DF1A7D953}" type="presParOf" srcId="{85E74239-9C08-4BB1-BFD8-68C156020962}" destId="{4D842320-46D9-4556-99E2-DB38F4306D51}" srcOrd="19" destOrd="0" presId="urn:microsoft.com/office/officeart/2005/8/layout/default"/>
    <dgm:cxn modelId="{737AB9ED-B27D-44D8-AD97-A7E7BB999969}" type="presParOf" srcId="{85E74239-9C08-4BB1-BFD8-68C156020962}" destId="{CD45B8D5-754C-41DE-A33A-70A67BE7E543}" srcOrd="20" destOrd="0" presId="urn:microsoft.com/office/officeart/2005/8/layout/default"/>
    <dgm:cxn modelId="{028F62B0-C75E-49B5-9A50-8CF06996A092}" type="presParOf" srcId="{85E74239-9C08-4BB1-BFD8-68C156020962}" destId="{6C492CB5-1432-4636-AEDD-63E06EA0EBA8}" srcOrd="21" destOrd="0" presId="urn:microsoft.com/office/officeart/2005/8/layout/default"/>
    <dgm:cxn modelId="{D664EEDF-C7CA-42E4-A189-12A323F9C075}" type="presParOf" srcId="{85E74239-9C08-4BB1-BFD8-68C156020962}" destId="{EF5EEAF8-7AB1-40A6-8616-F8FC917FA7E7}"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D170CB-B1DC-4F8B-8887-B3367C9818BD}">
      <dsp:nvSpPr>
        <dsp:cNvPr id="0" name=""/>
        <dsp:cNvSpPr/>
      </dsp:nvSpPr>
      <dsp:spPr>
        <a:xfrm>
          <a:off x="0" y="760858"/>
          <a:ext cx="5651500" cy="15372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C95E8B-CE24-42E8-96F0-EB5228B54598}">
      <dsp:nvSpPr>
        <dsp:cNvPr id="0" name=""/>
        <dsp:cNvSpPr/>
      </dsp:nvSpPr>
      <dsp:spPr>
        <a:xfrm>
          <a:off x="465016" y="1106739"/>
          <a:ext cx="845485" cy="8454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819D58-7745-4086-AC32-8D4F18301CB9}">
      <dsp:nvSpPr>
        <dsp:cNvPr id="0" name=""/>
        <dsp:cNvSpPr/>
      </dsp:nvSpPr>
      <dsp:spPr>
        <a:xfrm>
          <a:off x="1775518" y="760858"/>
          <a:ext cx="3875981" cy="15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692" tIns="162692" rIns="162692" bIns="162692" numCol="1" spcCol="1270" anchor="ctr" anchorCtr="0">
          <a:noAutofit/>
        </a:bodyPr>
        <a:lstStyle/>
        <a:p>
          <a:pPr marL="0" lvl="0" indent="0" algn="l" defTabSz="622300">
            <a:lnSpc>
              <a:spcPct val="100000"/>
            </a:lnSpc>
            <a:spcBef>
              <a:spcPct val="0"/>
            </a:spcBef>
            <a:spcAft>
              <a:spcPct val="35000"/>
            </a:spcAft>
            <a:buNone/>
          </a:pPr>
          <a:r>
            <a:rPr lang="en-GB" sz="1400" kern="1200" dirty="0"/>
            <a:t>Empathy is the ability to emotionally understand what other people feel, see things from their point of view, and imagine yourself in their place. Essentially, it is putting yourself in someone else's position and feeling what they are feeling. </a:t>
          </a:r>
          <a:r>
            <a:rPr lang="en-GB" sz="1050" kern="1200" dirty="0"/>
            <a:t>verywellmind.com</a:t>
          </a:r>
          <a:endParaRPr lang="en-US" sz="1400" kern="1200" dirty="0"/>
        </a:p>
      </dsp:txBody>
      <dsp:txXfrm>
        <a:off x="1775518" y="760858"/>
        <a:ext cx="3875981" cy="1537245"/>
      </dsp:txXfrm>
    </dsp:sp>
    <dsp:sp modelId="{6B35AEBE-5772-4141-84EE-C57C9052896E}">
      <dsp:nvSpPr>
        <dsp:cNvPr id="0" name=""/>
        <dsp:cNvSpPr/>
      </dsp:nvSpPr>
      <dsp:spPr>
        <a:xfrm>
          <a:off x="0" y="2670770"/>
          <a:ext cx="5651500" cy="15372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B4B293-6765-4072-B299-6663F9AC6F34}">
      <dsp:nvSpPr>
        <dsp:cNvPr id="0" name=""/>
        <dsp:cNvSpPr/>
      </dsp:nvSpPr>
      <dsp:spPr>
        <a:xfrm>
          <a:off x="465016" y="3016650"/>
          <a:ext cx="845485" cy="8454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A4631F0-5D45-42AB-AD44-88C341BF8C36}">
      <dsp:nvSpPr>
        <dsp:cNvPr id="0" name=""/>
        <dsp:cNvSpPr/>
      </dsp:nvSpPr>
      <dsp:spPr>
        <a:xfrm>
          <a:off x="1775518" y="2670770"/>
          <a:ext cx="3875981" cy="15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692" tIns="162692" rIns="162692" bIns="162692" numCol="1" spcCol="1270" anchor="ctr" anchorCtr="0">
          <a:noAutofit/>
        </a:bodyPr>
        <a:lstStyle/>
        <a:p>
          <a:pPr marL="0" lvl="0" indent="0" algn="l" defTabSz="622300">
            <a:lnSpc>
              <a:spcPct val="100000"/>
            </a:lnSpc>
            <a:spcBef>
              <a:spcPct val="0"/>
            </a:spcBef>
            <a:spcAft>
              <a:spcPct val="35000"/>
            </a:spcAft>
            <a:buNone/>
          </a:pPr>
          <a:r>
            <a:rPr lang="en-GB" sz="1400" b="0" i="0" kern="1200" dirty="0"/>
            <a:t>“It is the action of understanding, being aware of, being sensitive to, and vicariously experiencing the feelings, thoughts, and experience of another.“ </a:t>
          </a:r>
        </a:p>
        <a:p>
          <a:pPr marL="0" lvl="0" indent="0" algn="l" defTabSz="622300">
            <a:lnSpc>
              <a:spcPct val="100000"/>
            </a:lnSpc>
            <a:spcBef>
              <a:spcPct val="0"/>
            </a:spcBef>
            <a:spcAft>
              <a:spcPct val="35000"/>
            </a:spcAft>
            <a:buNone/>
          </a:pPr>
          <a:r>
            <a:rPr lang="en-GB" sz="1050" b="0" i="0" kern="1200" dirty="0"/>
            <a:t>Merriam-Webster</a:t>
          </a:r>
          <a:endParaRPr lang="en-US" sz="1400" kern="1200" dirty="0"/>
        </a:p>
      </dsp:txBody>
      <dsp:txXfrm>
        <a:off x="1775518" y="2670770"/>
        <a:ext cx="3875981" cy="15372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9DB8B7-C43B-40C2-92BE-69433A2DCF08}">
      <dsp:nvSpPr>
        <dsp:cNvPr id="0" name=""/>
        <dsp:cNvSpPr/>
      </dsp:nvSpPr>
      <dsp:spPr>
        <a:xfrm>
          <a:off x="0" y="0"/>
          <a:ext cx="4803775" cy="149066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b="1" i="0" kern="1200" dirty="0"/>
            <a:t>A lack of consumer-centricity costs brands 69 points in NPS </a:t>
          </a:r>
          <a:r>
            <a:rPr lang="en-GB" sz="1400" b="0" i="0" kern="1200" dirty="0"/>
            <a:t>(experience rating). 75% of brands audited believed they were consumer-centric, but only 30% of their consumers agreed. </a:t>
          </a:r>
        </a:p>
        <a:p>
          <a:pPr marL="0" lvl="0" indent="0" algn="l" defTabSz="622300">
            <a:lnSpc>
              <a:spcPct val="90000"/>
            </a:lnSpc>
            <a:spcBef>
              <a:spcPct val="0"/>
            </a:spcBef>
            <a:spcAft>
              <a:spcPct val="35000"/>
            </a:spcAft>
            <a:buNone/>
          </a:pPr>
          <a:r>
            <a:rPr lang="en-GB" sz="1400" b="1" i="0" kern="1200" dirty="0"/>
            <a:t>~ 2017 Global Survey by Capgemini</a:t>
          </a:r>
          <a:endParaRPr lang="en-US" sz="1400" b="1" kern="1200" dirty="0"/>
        </a:p>
      </dsp:txBody>
      <dsp:txXfrm>
        <a:off x="43660" y="43660"/>
        <a:ext cx="3195233" cy="1403342"/>
      </dsp:txXfrm>
    </dsp:sp>
    <dsp:sp modelId="{7371C6CC-9D62-4B7A-A4E5-BE696C5096E3}">
      <dsp:nvSpPr>
        <dsp:cNvPr id="0" name=""/>
        <dsp:cNvSpPr/>
      </dsp:nvSpPr>
      <dsp:spPr>
        <a:xfrm>
          <a:off x="371453" y="1718475"/>
          <a:ext cx="4803775" cy="149066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i="0" kern="1200" dirty="0"/>
            <a:t>Empathy levels may be falling</a:t>
          </a:r>
          <a:r>
            <a:rPr lang="en-GB" sz="1200" b="0" i="0" kern="1200" dirty="0"/>
            <a:t>. </a:t>
          </a:r>
        </a:p>
        <a:p>
          <a:pPr marL="0" lvl="0" indent="0" algn="l" defTabSz="533400">
            <a:lnSpc>
              <a:spcPct val="90000"/>
            </a:lnSpc>
            <a:spcBef>
              <a:spcPct val="0"/>
            </a:spcBef>
            <a:spcAft>
              <a:spcPct val="35000"/>
            </a:spcAft>
            <a:buNone/>
          </a:pPr>
          <a:r>
            <a:rPr lang="en-GB" sz="1200" b="0" i="0" kern="1200" dirty="0"/>
            <a:t>Our ability to empathise with others may be falling according to a meta-analysis of US citizen empathy test scores conducted over the past 30 years. The study found that average American today is less empathic than 75% of Americans 30 years ago.</a:t>
          </a:r>
        </a:p>
        <a:p>
          <a:pPr marL="0" lvl="0" indent="0" algn="l" defTabSz="533400">
            <a:lnSpc>
              <a:spcPct val="90000"/>
            </a:lnSpc>
            <a:spcBef>
              <a:spcPct val="0"/>
            </a:spcBef>
            <a:spcAft>
              <a:spcPct val="35000"/>
            </a:spcAft>
            <a:buNone/>
          </a:pPr>
          <a:r>
            <a:rPr lang="en-GB" sz="1200" b="0" i="0" kern="1200" dirty="0"/>
            <a:t>~ Konrath et al (2011)</a:t>
          </a:r>
          <a:endParaRPr lang="en-US" sz="1200" kern="1200" dirty="0"/>
        </a:p>
      </dsp:txBody>
      <dsp:txXfrm>
        <a:off x="415113" y="1762135"/>
        <a:ext cx="3323661" cy="1403342"/>
      </dsp:txXfrm>
    </dsp:sp>
    <dsp:sp modelId="{EB129960-AD12-4608-9579-1733CF3DD14B}">
      <dsp:nvSpPr>
        <dsp:cNvPr id="0" name=""/>
        <dsp:cNvSpPr/>
      </dsp:nvSpPr>
      <dsp:spPr>
        <a:xfrm>
          <a:off x="847724" y="3478212"/>
          <a:ext cx="4803775" cy="149066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Font typeface="+mj-lt"/>
            <a:buNone/>
          </a:pPr>
          <a:r>
            <a:rPr lang="en-GB" sz="1000" b="1" i="0" kern="1200" dirty="0">
              <a:effectLst/>
              <a:latin typeface="Avenir Bold"/>
            </a:rPr>
            <a:t>Women are (usually) more empathic</a:t>
          </a:r>
          <a:r>
            <a:rPr lang="en-GB" sz="1000" b="0" i="0" kern="1200" dirty="0">
              <a:effectLst/>
              <a:latin typeface="Avenir"/>
            </a:rPr>
            <a:t>. In a UK validation of the EQ with 1716 participants, women were found to have an average EQ of 48/80 (60%), and men 39/80 (49%), indicating that women are 11% more empathic than men.</a:t>
          </a:r>
        </a:p>
        <a:p>
          <a:pPr marL="0" lvl="0" indent="0" algn="l" defTabSz="444500">
            <a:lnSpc>
              <a:spcPct val="90000"/>
            </a:lnSpc>
            <a:spcBef>
              <a:spcPct val="0"/>
            </a:spcBef>
            <a:spcAft>
              <a:spcPct val="35000"/>
            </a:spcAft>
            <a:buFont typeface="+mj-lt"/>
            <a:buNone/>
          </a:pPr>
          <a:r>
            <a:rPr lang="en-GB" sz="1000" b="0" i="0" kern="1200" dirty="0">
              <a:effectLst/>
              <a:latin typeface="Avenir"/>
            </a:rPr>
            <a:t>~  Akio et al, Ciba University, Japan (2006)</a:t>
          </a:r>
        </a:p>
        <a:p>
          <a:pPr marL="0" lvl="0" indent="0" algn="l" defTabSz="444500">
            <a:lnSpc>
              <a:spcPct val="90000"/>
            </a:lnSpc>
            <a:spcBef>
              <a:spcPct val="0"/>
            </a:spcBef>
            <a:spcAft>
              <a:spcPct val="35000"/>
            </a:spcAft>
            <a:buFont typeface="+mj-lt"/>
            <a:buNone/>
          </a:pPr>
          <a:r>
            <a:rPr lang="en-GB" sz="1000" b="0" i="0" kern="1200" dirty="0">
              <a:effectLst/>
              <a:latin typeface="Avenir"/>
            </a:rPr>
            <a:t>For example, in one recent validation of this test, women could correctly read 76% of emotions expressed through eyes, men 71%.</a:t>
          </a:r>
          <a:endParaRPr lang="en-US" sz="1000" kern="1200" dirty="0"/>
        </a:p>
      </dsp:txBody>
      <dsp:txXfrm>
        <a:off x="891384" y="3521872"/>
        <a:ext cx="3323661" cy="1403342"/>
      </dsp:txXfrm>
    </dsp:sp>
    <dsp:sp modelId="{F160036D-408F-4820-9FD2-E89B7D6335A1}">
      <dsp:nvSpPr>
        <dsp:cNvPr id="0" name=""/>
        <dsp:cNvSpPr/>
      </dsp:nvSpPr>
      <dsp:spPr>
        <a:xfrm>
          <a:off x="3834844" y="1130419"/>
          <a:ext cx="968930" cy="9689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052853" y="1130419"/>
        <a:ext cx="532912" cy="729120"/>
      </dsp:txXfrm>
    </dsp:sp>
    <dsp:sp modelId="{31D58A1A-F71B-4C10-971F-0B2C4C900BE1}">
      <dsp:nvSpPr>
        <dsp:cNvPr id="0" name=""/>
        <dsp:cNvSpPr/>
      </dsp:nvSpPr>
      <dsp:spPr>
        <a:xfrm>
          <a:off x="4258706" y="2859587"/>
          <a:ext cx="968930" cy="9689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476715" y="2859587"/>
        <a:ext cx="532912" cy="729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37430-35CC-407F-83D6-E2492AEC98A7}">
      <dsp:nvSpPr>
        <dsp:cNvPr id="0" name=""/>
        <dsp:cNvSpPr/>
      </dsp:nvSpPr>
      <dsp:spPr>
        <a:xfrm>
          <a:off x="0" y="0"/>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128A72C-F611-452A-8676-1D91D0882071}">
      <dsp:nvSpPr>
        <dsp:cNvPr id="0" name=""/>
        <dsp:cNvSpPr/>
      </dsp:nvSpPr>
      <dsp:spPr>
        <a:xfrm>
          <a:off x="0" y="0"/>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Innovation</a:t>
          </a:r>
          <a:endParaRPr lang="en-GB" sz="1800" kern="1200" dirty="0"/>
        </a:p>
      </dsp:txBody>
      <dsp:txXfrm>
        <a:off x="0" y="0"/>
        <a:ext cx="1121410" cy="1231899"/>
      </dsp:txXfrm>
    </dsp:sp>
    <dsp:sp modelId="{E82EDB79-FC32-4DCD-982D-57B3EE71C3E2}">
      <dsp:nvSpPr>
        <dsp:cNvPr id="0" name=""/>
        <dsp:cNvSpPr/>
      </dsp:nvSpPr>
      <dsp:spPr>
        <a:xfrm>
          <a:off x="1205515" y="559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GB" sz="1100" b="0" i="0" kern="1200" dirty="0">
              <a:effectLst/>
              <a:latin typeface="Georgia" panose="02040502050405020303" pitchFamily="18" charset="0"/>
            </a:rPr>
            <a:t>Of people who reported that their leaders were empathetic, 61% of employees reported that their leaders were most likely to be innovative.</a:t>
          </a:r>
          <a:endParaRPr lang="en-GB" sz="1100" kern="1200" dirty="0"/>
        </a:p>
      </dsp:txBody>
      <dsp:txXfrm>
        <a:off x="1205515" y="55940"/>
        <a:ext cx="4401534" cy="1118815"/>
      </dsp:txXfrm>
    </dsp:sp>
    <dsp:sp modelId="{FC59A759-6F92-4DC4-A0DA-008B29024F0E}">
      <dsp:nvSpPr>
        <dsp:cNvPr id="0" name=""/>
        <dsp:cNvSpPr/>
      </dsp:nvSpPr>
      <dsp:spPr>
        <a:xfrm>
          <a:off x="1121410" y="11747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1DE19126-9FF1-4E1C-B423-C86DB0E41D71}">
      <dsp:nvSpPr>
        <dsp:cNvPr id="0" name=""/>
        <dsp:cNvSpPr/>
      </dsp:nvSpPr>
      <dsp:spPr>
        <a:xfrm>
          <a:off x="0" y="1231899"/>
          <a:ext cx="5607050" cy="0"/>
        </a:xfrm>
        <a:prstGeom prst="line">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3000"/>
                <a:lumMod val="100000"/>
              </a:schemeClr>
            </a:gs>
            <a:gs pos="100000">
              <a:schemeClr val="accent3">
                <a:hueOff val="0"/>
                <a:satOff val="0"/>
                <a:lumOff val="0"/>
                <a:alphaOff val="0"/>
                <a:shade val="93000"/>
                <a:satMod val="110000"/>
                <a:lumMod val="99000"/>
              </a:schemeClr>
            </a:gs>
          </a:gsLst>
          <a:lin ang="5400000" scaled="0"/>
        </a:gradFill>
        <a:ln w="6350"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E0FC2A7-747D-4BEB-BF81-8AD23BDC69DD}">
      <dsp:nvSpPr>
        <dsp:cNvPr id="0" name=""/>
        <dsp:cNvSpPr/>
      </dsp:nvSpPr>
      <dsp:spPr>
        <a:xfrm>
          <a:off x="0" y="1231899"/>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dirty="0"/>
            <a:t>Retention</a:t>
          </a:r>
        </a:p>
      </dsp:txBody>
      <dsp:txXfrm>
        <a:off x="0" y="1231899"/>
        <a:ext cx="1121410" cy="1231899"/>
      </dsp:txXfrm>
    </dsp:sp>
    <dsp:sp modelId="{E191FD4E-73AC-43C5-AAD3-D5592B7EEA98}">
      <dsp:nvSpPr>
        <dsp:cNvPr id="0" name=""/>
        <dsp:cNvSpPr/>
      </dsp:nvSpPr>
      <dsp:spPr>
        <a:xfrm>
          <a:off x="1205515" y="12878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GB" sz="1100" b="0" i="0" kern="1200" dirty="0">
              <a:effectLst/>
              <a:latin typeface="Georgia" panose="02040502050405020303" pitchFamily="18" charset="0"/>
            </a:rPr>
            <a:t>57% of white women and 62% of women of </a:t>
          </a:r>
          <a:r>
            <a:rPr lang="en-GB" sz="1100" b="0" i="0" kern="1200" dirty="0" err="1">
              <a:effectLst/>
              <a:latin typeface="Georgia" panose="02040502050405020303" pitchFamily="18" charset="0"/>
            </a:rPr>
            <a:t>color</a:t>
          </a:r>
          <a:r>
            <a:rPr lang="en-GB" sz="1100" b="0" i="0" kern="1200" dirty="0">
              <a:effectLst/>
              <a:latin typeface="Georgia" panose="02040502050405020303" pitchFamily="18" charset="0"/>
            </a:rPr>
            <a:t> said they were unlikely to think of leaving their companies when they felt their life circumstances were respected and valued by their companies. However, when they didn’t feel that level of value or respect for their life circumstances, only 14% and 30% of white women and women of </a:t>
          </a:r>
          <a:r>
            <a:rPr lang="en-GB" sz="1100" b="0" i="0" kern="1200" dirty="0" err="1">
              <a:effectLst/>
              <a:latin typeface="Georgia" panose="02040502050405020303" pitchFamily="18" charset="0"/>
            </a:rPr>
            <a:t>color</a:t>
          </a:r>
          <a:r>
            <a:rPr lang="en-GB" sz="1100" b="0" i="0" kern="1200" dirty="0">
              <a:effectLst/>
              <a:latin typeface="Georgia" panose="02040502050405020303" pitchFamily="18" charset="0"/>
            </a:rPr>
            <a:t> respectively said they were unlikely to consider leaving.</a:t>
          </a:r>
          <a:endParaRPr lang="en-GB" sz="1100" kern="1200" dirty="0"/>
        </a:p>
      </dsp:txBody>
      <dsp:txXfrm>
        <a:off x="1205515" y="1287840"/>
        <a:ext cx="4401534" cy="1118815"/>
      </dsp:txXfrm>
    </dsp:sp>
    <dsp:sp modelId="{4485E72D-01FB-4102-BEAB-BFF438D0321B}">
      <dsp:nvSpPr>
        <dsp:cNvPr id="0" name=""/>
        <dsp:cNvSpPr/>
      </dsp:nvSpPr>
      <dsp:spPr>
        <a:xfrm>
          <a:off x="1121410" y="24066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9798B38B-BA81-4DFC-9C6D-00EB9FD1AA32}">
      <dsp:nvSpPr>
        <dsp:cNvPr id="0" name=""/>
        <dsp:cNvSpPr/>
      </dsp:nvSpPr>
      <dsp:spPr>
        <a:xfrm>
          <a:off x="0" y="2463799"/>
          <a:ext cx="5607050" cy="0"/>
        </a:xfrm>
        <a:prstGeom prst="line">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3000"/>
                <a:lumMod val="100000"/>
              </a:schemeClr>
            </a:gs>
            <a:gs pos="100000">
              <a:schemeClr val="accent4">
                <a:hueOff val="0"/>
                <a:satOff val="0"/>
                <a:lumOff val="0"/>
                <a:alphaOff val="0"/>
                <a:shade val="93000"/>
                <a:satMod val="110000"/>
                <a:lumMod val="99000"/>
              </a:schemeClr>
            </a:gs>
          </a:gsLst>
          <a:lin ang="5400000" scaled="0"/>
        </a:gradFill>
        <a:ln w="6350"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3461717-3609-48B8-A90D-E584593E7D1C}">
      <dsp:nvSpPr>
        <dsp:cNvPr id="0" name=""/>
        <dsp:cNvSpPr/>
      </dsp:nvSpPr>
      <dsp:spPr>
        <a:xfrm>
          <a:off x="0" y="2463799"/>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dirty="0"/>
            <a:t>Inclusivity</a:t>
          </a:r>
        </a:p>
      </dsp:txBody>
      <dsp:txXfrm>
        <a:off x="0" y="2463799"/>
        <a:ext cx="1121410" cy="1231899"/>
      </dsp:txXfrm>
    </dsp:sp>
    <dsp:sp modelId="{281E114F-16BA-4683-BB1C-05C2923C1EDE}">
      <dsp:nvSpPr>
        <dsp:cNvPr id="0" name=""/>
        <dsp:cNvSpPr/>
      </dsp:nvSpPr>
      <dsp:spPr>
        <a:xfrm>
          <a:off x="1205515" y="25197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GB" sz="1100" b="0" i="0" kern="1200" dirty="0">
              <a:effectLst/>
              <a:latin typeface="Georgia" panose="02040502050405020303" pitchFamily="18" charset="0"/>
            </a:rPr>
            <a:t>50% of people with empathetic leaders reported their workplace was inclusive, compared with only 17% of those with less empathetic leadership.</a:t>
          </a:r>
          <a:endParaRPr lang="en-GB" sz="1100" kern="1200" dirty="0"/>
        </a:p>
      </dsp:txBody>
      <dsp:txXfrm>
        <a:off x="1205515" y="2519740"/>
        <a:ext cx="4401534" cy="1118815"/>
      </dsp:txXfrm>
    </dsp:sp>
    <dsp:sp modelId="{06D2941C-BE6E-4435-8C75-A3A8D2CF5C4C}">
      <dsp:nvSpPr>
        <dsp:cNvPr id="0" name=""/>
        <dsp:cNvSpPr/>
      </dsp:nvSpPr>
      <dsp:spPr>
        <a:xfrm>
          <a:off x="1121410" y="36385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0AC9FBA2-308D-4E44-99F0-8D3A0760FEC0}">
      <dsp:nvSpPr>
        <dsp:cNvPr id="0" name=""/>
        <dsp:cNvSpPr/>
      </dsp:nvSpPr>
      <dsp:spPr>
        <a:xfrm>
          <a:off x="0" y="3695699"/>
          <a:ext cx="5607050" cy="0"/>
        </a:xfrm>
        <a:prstGeom prst="line">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3000"/>
                <a:lumMod val="100000"/>
              </a:schemeClr>
            </a:gs>
            <a:gs pos="100000">
              <a:schemeClr val="accent5">
                <a:hueOff val="0"/>
                <a:satOff val="0"/>
                <a:lumOff val="0"/>
                <a:alphaOff val="0"/>
                <a:shade val="93000"/>
                <a:satMod val="110000"/>
                <a:lumMod val="99000"/>
              </a:schemeClr>
            </a:gs>
          </a:gsLst>
          <a:lin ang="5400000" scaled="0"/>
        </a:gradFill>
        <a:ln w="6350"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D14FAB0-F27E-4751-8DC5-88D2ABADE1CE}">
      <dsp:nvSpPr>
        <dsp:cNvPr id="0" name=""/>
        <dsp:cNvSpPr/>
      </dsp:nvSpPr>
      <dsp:spPr>
        <a:xfrm>
          <a:off x="0" y="3695699"/>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dirty="0"/>
            <a:t>Work-Life</a:t>
          </a:r>
        </a:p>
      </dsp:txBody>
      <dsp:txXfrm>
        <a:off x="0" y="3695699"/>
        <a:ext cx="1121410" cy="1231899"/>
      </dsp:txXfrm>
    </dsp:sp>
    <dsp:sp modelId="{B64355F9-431B-4A82-BB3A-F8353F0F261F}">
      <dsp:nvSpPr>
        <dsp:cNvPr id="0" name=""/>
        <dsp:cNvSpPr/>
      </dsp:nvSpPr>
      <dsp:spPr>
        <a:xfrm>
          <a:off x="1205515" y="37516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GB" sz="1100" b="0" i="0" kern="1200" dirty="0">
              <a:effectLst/>
              <a:latin typeface="Georgia" panose="02040502050405020303" pitchFamily="18" charset="0"/>
            </a:rPr>
            <a:t>When people felt their leaders were more empathetic, 86% reported they are able to navigate the demands of their work and life—successfully juggling their personal, family and work obligations. This is compared with 60% of those who perceived less empathy.</a:t>
          </a:r>
          <a:endParaRPr lang="en-GB" sz="1100" kern="1200" dirty="0"/>
        </a:p>
      </dsp:txBody>
      <dsp:txXfrm>
        <a:off x="1205515" y="3751640"/>
        <a:ext cx="4401534" cy="1118815"/>
      </dsp:txXfrm>
    </dsp:sp>
    <dsp:sp modelId="{CC448B56-83B4-4684-8422-101C49072478}">
      <dsp:nvSpPr>
        <dsp:cNvPr id="0" name=""/>
        <dsp:cNvSpPr/>
      </dsp:nvSpPr>
      <dsp:spPr>
        <a:xfrm>
          <a:off x="1121410" y="48704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113EC-001C-45BF-A612-CDC2AA2A6D0B}">
      <dsp:nvSpPr>
        <dsp:cNvPr id="0" name=""/>
        <dsp:cNvSpPr/>
      </dsp:nvSpPr>
      <dsp:spPr>
        <a:xfrm rot="5400000">
          <a:off x="2390270" y="469049"/>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defRPr cap="all"/>
          </a:pPr>
          <a:r>
            <a:rPr lang="en-GB" sz="1000" b="1" kern="1200"/>
            <a:t>Noticing things that are unsaid</a:t>
          </a:r>
          <a:endParaRPr lang="en-US" sz="1000" kern="1200"/>
        </a:p>
      </dsp:txBody>
      <dsp:txXfrm rot="-5400000">
        <a:off x="2705145" y="611645"/>
        <a:ext cx="940111" cy="1080587"/>
      </dsp:txXfrm>
    </dsp:sp>
    <dsp:sp modelId="{1D1DA663-D274-497A-87D5-D6AC1F4191D8}">
      <dsp:nvSpPr>
        <dsp:cNvPr id="0" name=""/>
        <dsp:cNvSpPr/>
      </dsp:nvSpPr>
      <dsp:spPr>
        <a:xfrm>
          <a:off x="3899535" y="680981"/>
          <a:ext cx="1751965" cy="941916"/>
        </a:xfrm>
        <a:prstGeom prst="rect">
          <a:avLst/>
        </a:prstGeom>
        <a:noFill/>
        <a:ln>
          <a:noFill/>
        </a:ln>
        <a:effectLst/>
      </dsp:spPr>
      <dsp:style>
        <a:lnRef idx="0">
          <a:scrgbClr r="0" g="0" b="0"/>
        </a:lnRef>
        <a:fillRef idx="0">
          <a:scrgbClr r="0" g="0" b="0"/>
        </a:fillRef>
        <a:effectRef idx="0">
          <a:scrgbClr r="0" g="0" b="0"/>
        </a:effectRef>
        <a:fontRef idx="minor"/>
      </dsp:style>
    </dsp:sp>
    <dsp:sp modelId="{5ED2E87E-FD5E-480A-A090-EC49E839FEE3}">
      <dsp:nvSpPr>
        <dsp:cNvPr id="0" name=""/>
        <dsp:cNvSpPr/>
      </dsp:nvSpPr>
      <dsp:spPr>
        <a:xfrm rot="5400000">
          <a:off x="915229" y="469049"/>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GB" sz="1100" b="1" kern="1200" dirty="0"/>
            <a:t>A better understanding of people</a:t>
          </a:r>
          <a:endParaRPr lang="en-US" sz="1100" kern="1200" dirty="0"/>
        </a:p>
      </dsp:txBody>
      <dsp:txXfrm rot="-5400000">
        <a:off x="1230104" y="611645"/>
        <a:ext cx="940111" cy="1080587"/>
      </dsp:txXfrm>
    </dsp:sp>
    <dsp:sp modelId="{2917BB17-1E19-4A60-851B-EEC4771B7CDB}">
      <dsp:nvSpPr>
        <dsp:cNvPr id="0" name=""/>
        <dsp:cNvSpPr/>
      </dsp:nvSpPr>
      <dsp:spPr>
        <a:xfrm rot="5400000">
          <a:off x="1649924" y="1801547"/>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defRPr cap="all"/>
          </a:pPr>
          <a:r>
            <a:rPr lang="en-GB" sz="1000" b="1" kern="1200"/>
            <a:t>Invoking empathy from customers</a:t>
          </a:r>
        </a:p>
      </dsp:txBody>
      <dsp:txXfrm rot="-5400000">
        <a:off x="1964799" y="1944143"/>
        <a:ext cx="940111" cy="1080587"/>
      </dsp:txXfrm>
    </dsp:sp>
    <dsp:sp modelId="{DA324122-FCA9-4034-980C-5E96DD1C5163}">
      <dsp:nvSpPr>
        <dsp:cNvPr id="0" name=""/>
        <dsp:cNvSpPr/>
      </dsp:nvSpPr>
      <dsp:spPr>
        <a:xfrm>
          <a:off x="0" y="2013479"/>
          <a:ext cx="1695450" cy="941916"/>
        </a:xfrm>
        <a:prstGeom prst="rect">
          <a:avLst/>
        </a:prstGeom>
        <a:noFill/>
        <a:ln>
          <a:noFill/>
        </a:ln>
        <a:effectLst/>
      </dsp:spPr>
      <dsp:style>
        <a:lnRef idx="0">
          <a:scrgbClr r="0" g="0" b="0"/>
        </a:lnRef>
        <a:fillRef idx="0">
          <a:scrgbClr r="0" g="0" b="0"/>
        </a:fillRef>
        <a:effectRef idx="0">
          <a:scrgbClr r="0" g="0" b="0"/>
        </a:effectRef>
        <a:fontRef idx="minor"/>
      </dsp:style>
    </dsp:sp>
    <dsp:sp modelId="{D8DDB764-4FE0-49FB-A0F7-D9F55DAB9C32}">
      <dsp:nvSpPr>
        <dsp:cNvPr id="0" name=""/>
        <dsp:cNvSpPr/>
      </dsp:nvSpPr>
      <dsp:spPr>
        <a:xfrm rot="5400000">
          <a:off x="3124965" y="1801547"/>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GB" sz="1500" b="1" kern="1200" dirty="0"/>
            <a:t>Predicting action and reaction</a:t>
          </a:r>
          <a:endParaRPr lang="en-GB" sz="1500" kern="1200" dirty="0"/>
        </a:p>
      </dsp:txBody>
      <dsp:txXfrm rot="-5400000">
        <a:off x="3439840" y="1944143"/>
        <a:ext cx="940111" cy="1080587"/>
      </dsp:txXfrm>
    </dsp:sp>
    <dsp:sp modelId="{3A3C4C5A-284E-4D84-8815-D08A60DD73D4}">
      <dsp:nvSpPr>
        <dsp:cNvPr id="0" name=""/>
        <dsp:cNvSpPr/>
      </dsp:nvSpPr>
      <dsp:spPr>
        <a:xfrm rot="5400000">
          <a:off x="2390270" y="3134046"/>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defRPr cap="all"/>
          </a:pPr>
          <a:r>
            <a:rPr lang="en-GB" sz="1000" b="1" kern="1200"/>
            <a:t>Dealing easily with conflicts</a:t>
          </a:r>
          <a:endParaRPr lang="en-US" sz="1000" kern="1200"/>
        </a:p>
      </dsp:txBody>
      <dsp:txXfrm rot="-5400000">
        <a:off x="2705145" y="3276642"/>
        <a:ext cx="940111" cy="1080587"/>
      </dsp:txXfrm>
    </dsp:sp>
    <dsp:sp modelId="{59ECFCE0-59AB-4C4E-93C4-339C09AD9B44}">
      <dsp:nvSpPr>
        <dsp:cNvPr id="0" name=""/>
        <dsp:cNvSpPr/>
      </dsp:nvSpPr>
      <dsp:spPr>
        <a:xfrm>
          <a:off x="3899535" y="3345977"/>
          <a:ext cx="1751965" cy="941916"/>
        </a:xfrm>
        <a:prstGeom prst="rect">
          <a:avLst/>
        </a:prstGeom>
        <a:noFill/>
        <a:ln>
          <a:noFill/>
        </a:ln>
        <a:effectLst/>
      </dsp:spPr>
      <dsp:style>
        <a:lnRef idx="0">
          <a:scrgbClr r="0" g="0" b="0"/>
        </a:lnRef>
        <a:fillRef idx="0">
          <a:scrgbClr r="0" g="0" b="0"/>
        </a:fillRef>
        <a:effectRef idx="0">
          <a:scrgbClr r="0" g="0" b="0"/>
        </a:effectRef>
        <a:fontRef idx="minor"/>
      </dsp:style>
    </dsp:sp>
    <dsp:sp modelId="{D4B93C86-1E50-4EED-8024-581A589F9630}">
      <dsp:nvSpPr>
        <dsp:cNvPr id="0" name=""/>
        <dsp:cNvSpPr/>
      </dsp:nvSpPr>
      <dsp:spPr>
        <a:xfrm rot="5400000">
          <a:off x="915229" y="3134046"/>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GB" sz="1200" b="1" kern="1200" dirty="0"/>
            <a:t>Building stronger customer relationships</a:t>
          </a:r>
          <a:endParaRPr lang="en-US" sz="1200" kern="1200" dirty="0"/>
        </a:p>
      </dsp:txBody>
      <dsp:txXfrm rot="-5400000">
        <a:off x="1230104" y="3276642"/>
        <a:ext cx="940111" cy="10805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612FC-584F-4BD0-8DE9-0F0D868316A6}">
      <dsp:nvSpPr>
        <dsp:cNvPr id="0" name=""/>
        <dsp:cNvSpPr/>
      </dsp:nvSpPr>
      <dsp:spPr>
        <a:xfrm>
          <a:off x="2571343" y="615556"/>
          <a:ext cx="474613" cy="91440"/>
        </a:xfrm>
        <a:custGeom>
          <a:avLst/>
          <a:gdLst/>
          <a:ahLst/>
          <a:cxnLst/>
          <a:rect l="0" t="0" r="0" b="0"/>
          <a:pathLst>
            <a:path>
              <a:moveTo>
                <a:pt x="0" y="45720"/>
              </a:moveTo>
              <a:lnTo>
                <a:pt x="474613" y="45720"/>
              </a:lnTo>
            </a:path>
          </a:pathLst>
        </a:custGeom>
        <a:noFill/>
        <a:ln w="6350" cap="flat" cmpd="sng" algn="ctr">
          <a:solidFill>
            <a:schemeClr val="accent5">
              <a:hueOff val="0"/>
              <a:satOff val="0"/>
              <a:lumOff val="0"/>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96019" y="658750"/>
        <a:ext cx="25260" cy="5052"/>
      </dsp:txXfrm>
    </dsp:sp>
    <dsp:sp modelId="{A290080C-BC25-4CB4-BAD6-6AF05D07AD64}">
      <dsp:nvSpPr>
        <dsp:cNvPr id="0" name=""/>
        <dsp:cNvSpPr/>
      </dsp:nvSpPr>
      <dsp:spPr>
        <a:xfrm>
          <a:off x="376564" y="2303"/>
          <a:ext cx="2196579" cy="131794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Tone mismatch between the agent and the customer – One of them is too formal and the other too informal.</a:t>
          </a:r>
          <a:endParaRPr lang="en-US" sz="1300" kern="1200" dirty="0"/>
        </a:p>
      </dsp:txBody>
      <dsp:txXfrm>
        <a:off x="376564" y="2303"/>
        <a:ext cx="2196579" cy="1317947"/>
      </dsp:txXfrm>
    </dsp:sp>
    <dsp:sp modelId="{98F34A49-A201-47D7-8459-47ACBA900E93}">
      <dsp:nvSpPr>
        <dsp:cNvPr id="0" name=""/>
        <dsp:cNvSpPr/>
      </dsp:nvSpPr>
      <dsp:spPr>
        <a:xfrm>
          <a:off x="1474853" y="1318450"/>
          <a:ext cx="2701792" cy="474613"/>
        </a:xfrm>
        <a:custGeom>
          <a:avLst/>
          <a:gdLst/>
          <a:ahLst/>
          <a:cxnLst/>
          <a:rect l="0" t="0" r="0" b="0"/>
          <a:pathLst>
            <a:path>
              <a:moveTo>
                <a:pt x="2701792" y="0"/>
              </a:moveTo>
              <a:lnTo>
                <a:pt x="2701792" y="254406"/>
              </a:lnTo>
              <a:lnTo>
                <a:pt x="0" y="254406"/>
              </a:lnTo>
              <a:lnTo>
                <a:pt x="0" y="474613"/>
              </a:lnTo>
            </a:path>
          </a:pathLst>
        </a:custGeom>
        <a:noFill/>
        <a:ln w="6350" cap="flat" cmpd="sng" algn="ctr">
          <a:solidFill>
            <a:schemeClr val="accent5">
              <a:hueOff val="-79958"/>
              <a:satOff val="-2966"/>
              <a:lumOff val="4706"/>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57034" y="1553231"/>
        <a:ext cx="137431" cy="5052"/>
      </dsp:txXfrm>
    </dsp:sp>
    <dsp:sp modelId="{EE3F296D-3E30-4CC2-B330-D7E578FDC4C0}">
      <dsp:nvSpPr>
        <dsp:cNvPr id="0" name=""/>
        <dsp:cNvSpPr/>
      </dsp:nvSpPr>
      <dsp:spPr>
        <a:xfrm>
          <a:off x="3078356" y="2303"/>
          <a:ext cx="2196579" cy="1317947"/>
        </a:xfrm>
        <a:prstGeom prst="rect">
          <a:avLst/>
        </a:prstGeom>
        <a:solidFill>
          <a:schemeClr val="accent5">
            <a:hueOff val="-59968"/>
            <a:satOff val="-2224"/>
            <a:lumOff val="352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Late responses are sent without apologies.</a:t>
          </a:r>
        </a:p>
      </dsp:txBody>
      <dsp:txXfrm>
        <a:off x="3078356" y="2303"/>
        <a:ext cx="2196579" cy="1317947"/>
      </dsp:txXfrm>
    </dsp:sp>
    <dsp:sp modelId="{B721183B-620A-490B-A45A-B93E4F1350A5}">
      <dsp:nvSpPr>
        <dsp:cNvPr id="0" name=""/>
        <dsp:cNvSpPr/>
      </dsp:nvSpPr>
      <dsp:spPr>
        <a:xfrm>
          <a:off x="2571343" y="2438717"/>
          <a:ext cx="474613" cy="91440"/>
        </a:xfrm>
        <a:custGeom>
          <a:avLst/>
          <a:gdLst/>
          <a:ahLst/>
          <a:cxnLst/>
          <a:rect l="0" t="0" r="0" b="0"/>
          <a:pathLst>
            <a:path>
              <a:moveTo>
                <a:pt x="0" y="45720"/>
              </a:moveTo>
              <a:lnTo>
                <a:pt x="474613" y="45720"/>
              </a:lnTo>
            </a:path>
          </a:pathLst>
        </a:custGeom>
        <a:noFill/>
        <a:ln w="6350" cap="flat" cmpd="sng" algn="ctr">
          <a:solidFill>
            <a:schemeClr val="accent5">
              <a:hueOff val="-159915"/>
              <a:satOff val="-5931"/>
              <a:lumOff val="9411"/>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96019" y="2481911"/>
        <a:ext cx="25260" cy="5052"/>
      </dsp:txXfrm>
    </dsp:sp>
    <dsp:sp modelId="{2D9D6314-EE36-46FD-A59D-4ECADF198534}">
      <dsp:nvSpPr>
        <dsp:cNvPr id="0" name=""/>
        <dsp:cNvSpPr/>
      </dsp:nvSpPr>
      <dsp:spPr>
        <a:xfrm>
          <a:off x="376564" y="1825463"/>
          <a:ext cx="2196579" cy="1317947"/>
        </a:xfrm>
        <a:prstGeom prst="rect">
          <a:avLst/>
        </a:prstGeom>
        <a:solidFill>
          <a:schemeClr val="accent5">
            <a:hueOff val="-119936"/>
            <a:satOff val="-4449"/>
            <a:lumOff val="705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Customers being discouraged from contacting support, through words and behavior.</a:t>
          </a:r>
        </a:p>
      </dsp:txBody>
      <dsp:txXfrm>
        <a:off x="376564" y="1825463"/>
        <a:ext cx="2196579" cy="1317947"/>
      </dsp:txXfrm>
    </dsp:sp>
    <dsp:sp modelId="{B425A76D-BCAB-415C-8BD4-7E049C86890D}">
      <dsp:nvSpPr>
        <dsp:cNvPr id="0" name=""/>
        <dsp:cNvSpPr/>
      </dsp:nvSpPr>
      <dsp:spPr>
        <a:xfrm>
          <a:off x="1474853" y="3141611"/>
          <a:ext cx="2701792" cy="474613"/>
        </a:xfrm>
        <a:custGeom>
          <a:avLst/>
          <a:gdLst/>
          <a:ahLst/>
          <a:cxnLst/>
          <a:rect l="0" t="0" r="0" b="0"/>
          <a:pathLst>
            <a:path>
              <a:moveTo>
                <a:pt x="2701792" y="0"/>
              </a:moveTo>
              <a:lnTo>
                <a:pt x="2701792" y="254406"/>
              </a:lnTo>
              <a:lnTo>
                <a:pt x="0" y="254406"/>
              </a:lnTo>
              <a:lnTo>
                <a:pt x="0" y="474613"/>
              </a:lnTo>
            </a:path>
          </a:pathLst>
        </a:custGeom>
        <a:noFill/>
        <a:ln w="6350" cap="flat" cmpd="sng" algn="ctr">
          <a:solidFill>
            <a:schemeClr val="accent5">
              <a:hueOff val="-239873"/>
              <a:satOff val="-8897"/>
              <a:lumOff val="14117"/>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57034" y="3376391"/>
        <a:ext cx="137431" cy="5052"/>
      </dsp:txXfrm>
    </dsp:sp>
    <dsp:sp modelId="{FBE8F5BD-399D-4818-9CE5-27634D0D9FEC}">
      <dsp:nvSpPr>
        <dsp:cNvPr id="0" name=""/>
        <dsp:cNvSpPr/>
      </dsp:nvSpPr>
      <dsp:spPr>
        <a:xfrm>
          <a:off x="3078356" y="1825463"/>
          <a:ext cx="2196579" cy="1317947"/>
        </a:xfrm>
        <a:prstGeom prst="rect">
          <a:avLst/>
        </a:prstGeom>
        <a:solidFill>
          <a:schemeClr val="accent5">
            <a:hueOff val="-179905"/>
            <a:satOff val="-6673"/>
            <a:lumOff val="1058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Agents with the Somebody Else’s Problem syndrome – That is, issues getting deflected to other departments without any explanations or follow-ups.</a:t>
          </a:r>
        </a:p>
      </dsp:txBody>
      <dsp:txXfrm>
        <a:off x="3078356" y="1825463"/>
        <a:ext cx="2196579" cy="1317947"/>
      </dsp:txXfrm>
    </dsp:sp>
    <dsp:sp modelId="{61B40E79-C3FE-47DD-8809-E048904E022B}">
      <dsp:nvSpPr>
        <dsp:cNvPr id="0" name=""/>
        <dsp:cNvSpPr/>
      </dsp:nvSpPr>
      <dsp:spPr>
        <a:xfrm>
          <a:off x="376564" y="3648624"/>
          <a:ext cx="2196579" cy="1317947"/>
        </a:xfrm>
        <a:prstGeom prst="rect">
          <a:avLst/>
        </a:prstGeom>
        <a:solidFill>
          <a:schemeClr val="accent5">
            <a:hueOff val="-239873"/>
            <a:satOff val="-8897"/>
            <a:lumOff val="1411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Lack of customer satisfaction – There is no bigger sign of lack of empathy than the customer being unhappy even after getting what they want.</a:t>
          </a:r>
        </a:p>
      </dsp:txBody>
      <dsp:txXfrm>
        <a:off x="376564" y="3648624"/>
        <a:ext cx="2196579" cy="13179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11E12-E3F4-481C-8C20-3006AAA36315}">
      <dsp:nvSpPr>
        <dsp:cNvPr id="0" name=""/>
        <dsp:cNvSpPr/>
      </dsp:nvSpPr>
      <dsp:spPr>
        <a:xfrm>
          <a:off x="2214302" y="605936"/>
          <a:ext cx="467824" cy="91440"/>
        </a:xfrm>
        <a:custGeom>
          <a:avLst/>
          <a:gdLst/>
          <a:ahLst/>
          <a:cxnLst/>
          <a:rect l="0" t="0" r="0" b="0"/>
          <a:pathLst>
            <a:path>
              <a:moveTo>
                <a:pt x="0" y="45720"/>
              </a:moveTo>
              <a:lnTo>
                <a:pt x="467824" y="45720"/>
              </a:lnTo>
            </a:path>
          </a:pathLst>
        </a:custGeom>
        <a:noFill/>
        <a:ln w="635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5753" y="649164"/>
        <a:ext cx="24921" cy="4984"/>
      </dsp:txXfrm>
    </dsp:sp>
    <dsp:sp modelId="{20F93584-F465-4AC8-92D3-39A8A2EA311C}">
      <dsp:nvSpPr>
        <dsp:cNvPr id="0" name=""/>
        <dsp:cNvSpPr/>
      </dsp:nvSpPr>
      <dsp:spPr>
        <a:xfrm>
          <a:off x="49040" y="1538"/>
          <a:ext cx="2167061" cy="130023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Understand your biases</a:t>
          </a:r>
          <a:endParaRPr lang="en-US" sz="1600" kern="1200"/>
        </a:p>
      </dsp:txBody>
      <dsp:txXfrm>
        <a:off x="49040" y="1538"/>
        <a:ext cx="2167061" cy="1300236"/>
      </dsp:txXfrm>
    </dsp:sp>
    <dsp:sp modelId="{DA68AFE9-446A-41D0-BBB1-09A6CA5E48EE}">
      <dsp:nvSpPr>
        <dsp:cNvPr id="0" name=""/>
        <dsp:cNvSpPr/>
      </dsp:nvSpPr>
      <dsp:spPr>
        <a:xfrm>
          <a:off x="4879787" y="605936"/>
          <a:ext cx="467824" cy="91440"/>
        </a:xfrm>
        <a:custGeom>
          <a:avLst/>
          <a:gdLst/>
          <a:ahLst/>
          <a:cxnLst/>
          <a:rect l="0" t="0" r="0" b="0"/>
          <a:pathLst>
            <a:path>
              <a:moveTo>
                <a:pt x="0" y="45720"/>
              </a:moveTo>
              <a:lnTo>
                <a:pt x="467824" y="45720"/>
              </a:lnTo>
            </a:path>
          </a:pathLst>
        </a:custGeom>
        <a:noFill/>
        <a:ln w="6350" cap="flat" cmpd="sng" algn="ctr">
          <a:solidFill>
            <a:schemeClr val="accent2">
              <a:hueOff val="-2587972"/>
              <a:satOff val="11465"/>
              <a:lumOff val="-421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01239" y="649164"/>
        <a:ext cx="24921" cy="4984"/>
      </dsp:txXfrm>
    </dsp:sp>
    <dsp:sp modelId="{E5CD6DBC-D158-4B93-884D-212A453C145E}">
      <dsp:nvSpPr>
        <dsp:cNvPr id="0" name=""/>
        <dsp:cNvSpPr/>
      </dsp:nvSpPr>
      <dsp:spPr>
        <a:xfrm>
          <a:off x="2714526" y="1538"/>
          <a:ext cx="2167061" cy="1300236"/>
        </a:xfrm>
        <a:prstGeom prst="rect">
          <a:avLst/>
        </a:prstGeom>
        <a:solidFill>
          <a:schemeClr val="accent2">
            <a:hueOff val="-2070378"/>
            <a:satOff val="9172"/>
            <a:lumOff val="-337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Reading fiction and other activities to put you in someone else’s shoes</a:t>
          </a:r>
          <a:endParaRPr lang="en-US" sz="1600" kern="1200"/>
        </a:p>
      </dsp:txBody>
      <dsp:txXfrm>
        <a:off x="2714526" y="1538"/>
        <a:ext cx="2167061" cy="1300236"/>
      </dsp:txXfrm>
    </dsp:sp>
    <dsp:sp modelId="{5656BC9C-5E7F-4762-944E-2E8B967412C6}">
      <dsp:nvSpPr>
        <dsp:cNvPr id="0" name=""/>
        <dsp:cNvSpPr/>
      </dsp:nvSpPr>
      <dsp:spPr>
        <a:xfrm>
          <a:off x="7545273" y="605936"/>
          <a:ext cx="467824" cy="91440"/>
        </a:xfrm>
        <a:custGeom>
          <a:avLst/>
          <a:gdLst/>
          <a:ahLst/>
          <a:cxnLst/>
          <a:rect l="0" t="0" r="0" b="0"/>
          <a:pathLst>
            <a:path>
              <a:moveTo>
                <a:pt x="0" y="45720"/>
              </a:moveTo>
              <a:lnTo>
                <a:pt x="467824" y="45720"/>
              </a:lnTo>
            </a:path>
          </a:pathLst>
        </a:custGeom>
        <a:noFill/>
        <a:ln w="6350" cap="flat" cmpd="sng" algn="ctr">
          <a:solidFill>
            <a:schemeClr val="accent2">
              <a:hueOff val="-5175944"/>
              <a:satOff val="22930"/>
              <a:lumOff val="-843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66725" y="649164"/>
        <a:ext cx="24921" cy="4984"/>
      </dsp:txXfrm>
    </dsp:sp>
    <dsp:sp modelId="{F3B980CA-D589-44CA-9D6D-C5110783B6FA}">
      <dsp:nvSpPr>
        <dsp:cNvPr id="0" name=""/>
        <dsp:cNvSpPr/>
      </dsp:nvSpPr>
      <dsp:spPr>
        <a:xfrm>
          <a:off x="5380012" y="1538"/>
          <a:ext cx="2167061" cy="1300236"/>
        </a:xfrm>
        <a:prstGeom prst="rect">
          <a:avLst/>
        </a:prstGeom>
        <a:solidFill>
          <a:schemeClr val="accent2">
            <a:hueOff val="-4140755"/>
            <a:satOff val="18344"/>
            <a:lumOff val="-674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Maintain positivity</a:t>
          </a:r>
          <a:endParaRPr lang="en-US" sz="1600" kern="1200"/>
        </a:p>
      </dsp:txBody>
      <dsp:txXfrm>
        <a:off x="5380012" y="1538"/>
        <a:ext cx="2167061" cy="1300236"/>
      </dsp:txXfrm>
    </dsp:sp>
    <dsp:sp modelId="{90AF9F71-7F54-4761-B090-FCA89D4007D9}">
      <dsp:nvSpPr>
        <dsp:cNvPr id="0" name=""/>
        <dsp:cNvSpPr/>
      </dsp:nvSpPr>
      <dsp:spPr>
        <a:xfrm>
          <a:off x="1132571" y="1299975"/>
          <a:ext cx="7996457" cy="467824"/>
        </a:xfrm>
        <a:custGeom>
          <a:avLst/>
          <a:gdLst/>
          <a:ahLst/>
          <a:cxnLst/>
          <a:rect l="0" t="0" r="0" b="0"/>
          <a:pathLst>
            <a:path>
              <a:moveTo>
                <a:pt x="7996457" y="0"/>
              </a:moveTo>
              <a:lnTo>
                <a:pt x="7996457" y="251012"/>
              </a:lnTo>
              <a:lnTo>
                <a:pt x="0" y="251012"/>
              </a:lnTo>
              <a:lnTo>
                <a:pt x="0" y="467824"/>
              </a:lnTo>
            </a:path>
          </a:pathLst>
        </a:custGeom>
        <a:noFill/>
        <a:ln w="6350" cap="flat" cmpd="sng" algn="ctr">
          <a:solidFill>
            <a:schemeClr val="accent2">
              <a:hueOff val="-7763915"/>
              <a:satOff val="34394"/>
              <a:lumOff val="-1264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30500" y="1531395"/>
        <a:ext cx="400598" cy="4984"/>
      </dsp:txXfrm>
    </dsp:sp>
    <dsp:sp modelId="{782E8B47-6105-4BBE-8BA2-C94577A1DF72}">
      <dsp:nvSpPr>
        <dsp:cNvPr id="0" name=""/>
        <dsp:cNvSpPr/>
      </dsp:nvSpPr>
      <dsp:spPr>
        <a:xfrm>
          <a:off x="8045497" y="1538"/>
          <a:ext cx="2167061" cy="1300236"/>
        </a:xfrm>
        <a:prstGeom prst="rect">
          <a:avLst/>
        </a:prstGeom>
        <a:solidFill>
          <a:schemeClr val="accent2">
            <a:hueOff val="-6211133"/>
            <a:satOff val="27515"/>
            <a:lumOff val="-1011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dirty="0"/>
            <a:t>Understand your customer base</a:t>
          </a:r>
          <a:endParaRPr lang="en-US" sz="1600" kern="1200" dirty="0"/>
        </a:p>
      </dsp:txBody>
      <dsp:txXfrm>
        <a:off x="8045497" y="1538"/>
        <a:ext cx="2167061" cy="1300236"/>
      </dsp:txXfrm>
    </dsp:sp>
    <dsp:sp modelId="{F7B48111-1BB8-4AFB-9BCC-2BD314B7149C}">
      <dsp:nvSpPr>
        <dsp:cNvPr id="0" name=""/>
        <dsp:cNvSpPr/>
      </dsp:nvSpPr>
      <dsp:spPr>
        <a:xfrm>
          <a:off x="2214302" y="2404598"/>
          <a:ext cx="467824" cy="91440"/>
        </a:xfrm>
        <a:custGeom>
          <a:avLst/>
          <a:gdLst/>
          <a:ahLst/>
          <a:cxnLst/>
          <a:rect l="0" t="0" r="0" b="0"/>
          <a:pathLst>
            <a:path>
              <a:moveTo>
                <a:pt x="0" y="45720"/>
              </a:moveTo>
              <a:lnTo>
                <a:pt x="467824" y="45720"/>
              </a:lnTo>
            </a:path>
          </a:pathLst>
        </a:custGeom>
        <a:noFill/>
        <a:ln w="6350" cap="flat" cmpd="sng" algn="ctr">
          <a:solidFill>
            <a:schemeClr val="accent2">
              <a:hueOff val="-10351888"/>
              <a:satOff val="45859"/>
              <a:lumOff val="-1686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5753" y="2447825"/>
        <a:ext cx="24921" cy="4984"/>
      </dsp:txXfrm>
    </dsp:sp>
    <dsp:sp modelId="{D2438A92-1202-4D64-A99A-1D4DC6C561A4}">
      <dsp:nvSpPr>
        <dsp:cNvPr id="0" name=""/>
        <dsp:cNvSpPr/>
      </dsp:nvSpPr>
      <dsp:spPr>
        <a:xfrm>
          <a:off x="49040" y="1800199"/>
          <a:ext cx="2167061" cy="1300236"/>
        </a:xfrm>
        <a:prstGeom prst="rect">
          <a:avLst/>
        </a:prstGeom>
        <a:solidFill>
          <a:schemeClr val="accent2">
            <a:hueOff val="-8281511"/>
            <a:satOff val="36687"/>
            <a:lumOff val="-1349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Get feedback from your peers and customers</a:t>
          </a:r>
          <a:endParaRPr lang="en-US" sz="1600" kern="1200"/>
        </a:p>
      </dsp:txBody>
      <dsp:txXfrm>
        <a:off x="49040" y="1800199"/>
        <a:ext cx="2167061" cy="1300236"/>
      </dsp:txXfrm>
    </dsp:sp>
    <dsp:sp modelId="{16BD1673-B0B4-482C-A575-9167729D2D9F}">
      <dsp:nvSpPr>
        <dsp:cNvPr id="0" name=""/>
        <dsp:cNvSpPr/>
      </dsp:nvSpPr>
      <dsp:spPr>
        <a:xfrm>
          <a:off x="2714526" y="1800199"/>
          <a:ext cx="2167061" cy="1300236"/>
        </a:xfrm>
        <a:prstGeom prst="rect">
          <a:avLst/>
        </a:prstGeom>
        <a:solidFill>
          <a:schemeClr val="accent2">
            <a:hueOff val="-10351888"/>
            <a:satOff val="45859"/>
            <a:lumOff val="-1686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Teach</a:t>
          </a:r>
          <a:endParaRPr lang="en-US" sz="1600" kern="1200"/>
        </a:p>
      </dsp:txBody>
      <dsp:txXfrm>
        <a:off x="2714526" y="1800199"/>
        <a:ext cx="2167061" cy="13002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9D3AA-EC1B-43AB-B8E3-936CCA429755}">
      <dsp:nvSpPr>
        <dsp:cNvPr id="0" name=""/>
        <dsp:cNvSpPr/>
      </dsp:nvSpPr>
      <dsp:spPr>
        <a:xfrm>
          <a:off x="1252" y="527964"/>
          <a:ext cx="1578322" cy="9469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Active listening</a:t>
          </a:r>
          <a:endParaRPr lang="en-US" sz="1500" kern="1200"/>
        </a:p>
      </dsp:txBody>
      <dsp:txXfrm>
        <a:off x="1252" y="527964"/>
        <a:ext cx="1578322" cy="946993"/>
      </dsp:txXfrm>
    </dsp:sp>
    <dsp:sp modelId="{7C44DA1E-8704-4A7D-95FC-A1B433FDFD9F}">
      <dsp:nvSpPr>
        <dsp:cNvPr id="0" name=""/>
        <dsp:cNvSpPr/>
      </dsp:nvSpPr>
      <dsp:spPr>
        <a:xfrm>
          <a:off x="1737407" y="527964"/>
          <a:ext cx="1578322" cy="9469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Avoid sympathy </a:t>
          </a:r>
          <a:endParaRPr lang="en-US" sz="1500" kern="1200"/>
        </a:p>
      </dsp:txBody>
      <dsp:txXfrm>
        <a:off x="1737407" y="527964"/>
        <a:ext cx="1578322" cy="946993"/>
      </dsp:txXfrm>
    </dsp:sp>
    <dsp:sp modelId="{3069D9EF-89A9-4421-9946-3DC24F4D5343}">
      <dsp:nvSpPr>
        <dsp:cNvPr id="0" name=""/>
        <dsp:cNvSpPr/>
      </dsp:nvSpPr>
      <dsp:spPr>
        <a:xfrm>
          <a:off x="3473561" y="527964"/>
          <a:ext cx="1578322" cy="94699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Keep your attitude in check</a:t>
          </a:r>
          <a:endParaRPr lang="en-US" sz="1500" kern="1200"/>
        </a:p>
      </dsp:txBody>
      <dsp:txXfrm>
        <a:off x="3473561" y="527964"/>
        <a:ext cx="1578322" cy="946993"/>
      </dsp:txXfrm>
    </dsp:sp>
    <dsp:sp modelId="{0D25284F-3086-42D1-940D-3C2318F01298}">
      <dsp:nvSpPr>
        <dsp:cNvPr id="0" name=""/>
        <dsp:cNvSpPr/>
      </dsp:nvSpPr>
      <dsp:spPr>
        <a:xfrm>
          <a:off x="5209716" y="527964"/>
          <a:ext cx="1578322" cy="94699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Give people the benefit of doubt</a:t>
          </a:r>
          <a:endParaRPr lang="en-US" sz="1500" kern="1200"/>
        </a:p>
      </dsp:txBody>
      <dsp:txXfrm>
        <a:off x="5209716" y="527964"/>
        <a:ext cx="1578322" cy="946993"/>
      </dsp:txXfrm>
    </dsp:sp>
    <dsp:sp modelId="{3C7D2D4C-BF20-428C-A315-A4B807B9B965}">
      <dsp:nvSpPr>
        <dsp:cNvPr id="0" name=""/>
        <dsp:cNvSpPr/>
      </dsp:nvSpPr>
      <dsp:spPr>
        <a:xfrm>
          <a:off x="6945870" y="527964"/>
          <a:ext cx="1578322" cy="94699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Make customers a part of the solution</a:t>
          </a:r>
          <a:r>
            <a:rPr lang="en-GB" sz="1500" kern="1200"/>
            <a:t> </a:t>
          </a:r>
          <a:endParaRPr lang="en-US" sz="1500" kern="1200"/>
        </a:p>
      </dsp:txBody>
      <dsp:txXfrm>
        <a:off x="6945870" y="527964"/>
        <a:ext cx="1578322" cy="946993"/>
      </dsp:txXfrm>
    </dsp:sp>
    <dsp:sp modelId="{599D2F01-92B6-421C-A487-B356B4AE6A84}">
      <dsp:nvSpPr>
        <dsp:cNvPr id="0" name=""/>
        <dsp:cNvSpPr/>
      </dsp:nvSpPr>
      <dsp:spPr>
        <a:xfrm>
          <a:off x="8682025" y="527964"/>
          <a:ext cx="1578322" cy="9469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Be curious about your customer</a:t>
          </a:r>
          <a:r>
            <a:rPr lang="en-GB" sz="1500" kern="1200"/>
            <a:t> </a:t>
          </a:r>
          <a:endParaRPr lang="en-US" sz="1500" kern="1200"/>
        </a:p>
      </dsp:txBody>
      <dsp:txXfrm>
        <a:off x="8682025" y="527964"/>
        <a:ext cx="1578322" cy="946993"/>
      </dsp:txXfrm>
    </dsp:sp>
    <dsp:sp modelId="{377612A8-9F50-4D63-94A5-CE5D8327C0C9}">
      <dsp:nvSpPr>
        <dsp:cNvPr id="0" name=""/>
        <dsp:cNvSpPr/>
      </dsp:nvSpPr>
      <dsp:spPr>
        <a:xfrm>
          <a:off x="1252" y="1632790"/>
          <a:ext cx="1578322" cy="9469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Look for common interests</a:t>
          </a:r>
          <a:r>
            <a:rPr lang="en-GB" sz="1500" kern="1200"/>
            <a:t> </a:t>
          </a:r>
          <a:endParaRPr lang="en-US" sz="1500" kern="1200"/>
        </a:p>
      </dsp:txBody>
      <dsp:txXfrm>
        <a:off x="1252" y="1632790"/>
        <a:ext cx="1578322" cy="946993"/>
      </dsp:txXfrm>
    </dsp:sp>
    <dsp:sp modelId="{13531C78-EDB7-41F2-9BB7-BACE00D0D45A}">
      <dsp:nvSpPr>
        <dsp:cNvPr id="0" name=""/>
        <dsp:cNvSpPr/>
      </dsp:nvSpPr>
      <dsp:spPr>
        <a:xfrm>
          <a:off x="1737407" y="1632790"/>
          <a:ext cx="1578322" cy="94699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Always be respectful</a:t>
          </a:r>
          <a:endParaRPr lang="en-US" sz="1500" kern="1200"/>
        </a:p>
      </dsp:txBody>
      <dsp:txXfrm>
        <a:off x="1737407" y="1632790"/>
        <a:ext cx="1578322" cy="946993"/>
      </dsp:txXfrm>
    </dsp:sp>
    <dsp:sp modelId="{F29D6FB8-FAE7-474F-956E-364D78FA59EF}">
      <dsp:nvSpPr>
        <dsp:cNvPr id="0" name=""/>
        <dsp:cNvSpPr/>
      </dsp:nvSpPr>
      <dsp:spPr>
        <a:xfrm>
          <a:off x="3473561" y="1632790"/>
          <a:ext cx="1578322" cy="94699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Be extra careful when there is a language barrier</a:t>
          </a:r>
          <a:r>
            <a:rPr lang="en-GB" sz="1500" b="0" i="0" kern="1200"/>
            <a:t> </a:t>
          </a:r>
          <a:endParaRPr lang="en-US" sz="1500" kern="1200"/>
        </a:p>
      </dsp:txBody>
      <dsp:txXfrm>
        <a:off x="3473561" y="1632790"/>
        <a:ext cx="1578322" cy="946993"/>
      </dsp:txXfrm>
    </dsp:sp>
    <dsp:sp modelId="{EB23BD69-2231-4C98-9158-A9378AE53045}">
      <dsp:nvSpPr>
        <dsp:cNvPr id="0" name=""/>
        <dsp:cNvSpPr/>
      </dsp:nvSpPr>
      <dsp:spPr>
        <a:xfrm>
          <a:off x="5209716" y="1632790"/>
          <a:ext cx="1578322" cy="94699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Respond to the customer’s tone</a:t>
          </a:r>
          <a:r>
            <a:rPr lang="en-GB" sz="1500" b="0" i="0" kern="1200"/>
            <a:t> </a:t>
          </a:r>
          <a:endParaRPr lang="en-US" sz="1500" kern="1200"/>
        </a:p>
      </dsp:txBody>
      <dsp:txXfrm>
        <a:off x="5209716" y="1632790"/>
        <a:ext cx="1578322" cy="946993"/>
      </dsp:txXfrm>
    </dsp:sp>
    <dsp:sp modelId="{CD45B8D5-754C-41DE-A33A-70A67BE7E543}">
      <dsp:nvSpPr>
        <dsp:cNvPr id="0" name=""/>
        <dsp:cNvSpPr/>
      </dsp:nvSpPr>
      <dsp:spPr>
        <a:xfrm>
          <a:off x="6945870" y="1632790"/>
          <a:ext cx="1578322" cy="9469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Do not assume, ask</a:t>
          </a:r>
          <a:endParaRPr lang="en-US" sz="1500" kern="1200"/>
        </a:p>
      </dsp:txBody>
      <dsp:txXfrm>
        <a:off x="6945870" y="1632790"/>
        <a:ext cx="1578322" cy="946993"/>
      </dsp:txXfrm>
    </dsp:sp>
    <dsp:sp modelId="{EF5EEAF8-7AB1-40A6-8616-F8FC917FA7E7}">
      <dsp:nvSpPr>
        <dsp:cNvPr id="0" name=""/>
        <dsp:cNvSpPr/>
      </dsp:nvSpPr>
      <dsp:spPr>
        <a:xfrm>
          <a:off x="8682025" y="1632790"/>
          <a:ext cx="1578322" cy="9469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Take their side when they are right</a:t>
          </a:r>
          <a:r>
            <a:rPr lang="en-GB" sz="1500" b="0" i="0" kern="1200"/>
            <a:t> </a:t>
          </a:r>
          <a:endParaRPr lang="en-US" sz="1500" kern="1200"/>
        </a:p>
      </dsp:txBody>
      <dsp:txXfrm>
        <a:off x="8682025" y="1632790"/>
        <a:ext cx="1578322" cy="9469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6654B3F-5D8D-4E38-A2DE-801F8ADAC45E}" type="datetimeFigureOut">
              <a:rPr lang="en-GB" smtClean="0"/>
              <a:t>23/02/2023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0011331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654B3F-5D8D-4E38-A2DE-801F8ADAC45E}" type="datetimeFigureOut">
              <a:rPr lang="en-GB" smtClean="0"/>
              <a:t>23/02/2023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613924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6654B3F-5D8D-4E38-A2DE-801F8ADAC45E}" type="datetimeFigureOut">
              <a:rPr lang="en-GB" smtClean="0"/>
              <a:t>23/02/2023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4546097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6654B3F-5D8D-4E38-A2DE-801F8ADAC45E}" type="datetimeFigureOut">
              <a:rPr lang="en-GB" smtClean="0"/>
              <a:t>23/02/2023</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66541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6654B3F-5D8D-4E38-A2DE-801F8ADAC45E}" type="datetimeFigureOut">
              <a:rPr lang="en-GB" smtClean="0"/>
              <a:t>23/02/2023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0516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654B3F-5D8D-4E38-A2DE-801F8ADAC45E}" type="datetimeFigureOut">
              <a:rPr lang="en-GB" smtClean="0"/>
              <a:t>23/02/2023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982653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654B3F-5D8D-4E38-A2DE-801F8ADAC45E}" type="datetimeFigureOut">
              <a:rPr lang="en-GB" smtClean="0"/>
              <a:t>23/02/2023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72133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C6654B3F-5D8D-4E38-A2DE-801F8ADAC45E}" type="datetimeFigureOut">
              <a:rPr lang="en-GB" smtClean="0"/>
              <a:t>23/02/2023</a:t>
            </a:fld>
            <a:endParaRPr lang="en-GB"/>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1" name="Slide Number Placeholder 10"/>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67169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6654B3F-5D8D-4E38-A2DE-801F8ADAC45E}" type="datetimeFigureOut">
              <a:rPr lang="en-GB" smtClean="0"/>
              <a:t>23/02/2023</a:t>
            </a:fld>
            <a:endParaRPr lang="en-GB"/>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0" name="Slide Number Placeholder 9"/>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781396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654B3F-5D8D-4E38-A2DE-801F8ADAC45E}" type="datetimeFigureOut">
              <a:rPr lang="en-GB" smtClean="0"/>
              <a:t>23/02/2023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3262284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654B3F-5D8D-4E38-A2DE-801F8ADAC45E}" type="datetimeFigureOut">
              <a:rPr lang="en-GB" smtClean="0"/>
              <a:t>23/02/2023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327736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6654B3F-5D8D-4E38-A2DE-801F8ADAC45E}" type="datetimeFigureOut">
              <a:rPr lang="en-GB" smtClean="0"/>
              <a:t>23/02/2023</a:t>
            </a:fld>
            <a:endParaRPr lang="en-GB"/>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GB"/>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ADD7488-ADE9-4E19-926A-53E9E3B79501}" type="slidenum">
              <a:rPr lang="en-GB" smtClean="0"/>
              <a:t>‹#›</a:t>
            </a:fld>
            <a:endParaRPr lang="en-GB"/>
          </a:p>
        </p:txBody>
      </p:sp>
    </p:spTree>
    <p:extLst>
      <p:ext uri="{BB962C8B-B14F-4D97-AF65-F5344CB8AC3E}">
        <p14:creationId xmlns:p14="http://schemas.microsoft.com/office/powerpoint/2010/main" val="41126762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68D508C-A317-451C-AB61-8A699E357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406"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0FC90E-B53A-DF66-F95C-FF552BA9BDF0}"/>
              </a:ext>
            </a:extLst>
          </p:cNvPr>
          <p:cNvSpPr>
            <a:spLocks noGrp="1"/>
          </p:cNvSpPr>
          <p:nvPr>
            <p:ph type="ctrTitle"/>
          </p:nvPr>
        </p:nvSpPr>
        <p:spPr>
          <a:xfrm>
            <a:off x="1600200" y="2567226"/>
            <a:ext cx="8991600" cy="1723549"/>
          </a:xfrm>
        </p:spPr>
        <p:txBody>
          <a:bodyPr>
            <a:normAutofit/>
          </a:bodyPr>
          <a:lstStyle/>
          <a:p>
            <a:r>
              <a:rPr lang="en-GB" sz="4000"/>
              <a:t>Empathy</a:t>
            </a:r>
          </a:p>
        </p:txBody>
      </p:sp>
      <p:sp>
        <p:nvSpPr>
          <p:cNvPr id="3" name="Subtitle 2">
            <a:extLst>
              <a:ext uri="{FF2B5EF4-FFF2-40B4-BE49-F238E27FC236}">
                <a16:creationId xmlns:a16="http://schemas.microsoft.com/office/drawing/2014/main" id="{835924D8-9EFE-8411-9E6F-A01A0C4E36C0}"/>
              </a:ext>
            </a:extLst>
          </p:cNvPr>
          <p:cNvSpPr>
            <a:spLocks noGrp="1"/>
          </p:cNvSpPr>
          <p:nvPr>
            <p:ph type="subTitle" idx="1"/>
          </p:nvPr>
        </p:nvSpPr>
        <p:spPr>
          <a:xfrm>
            <a:off x="6579219" y="5583044"/>
            <a:ext cx="3995955" cy="653164"/>
          </a:xfrm>
        </p:spPr>
        <p:txBody>
          <a:bodyPr>
            <a:normAutofit/>
          </a:bodyPr>
          <a:lstStyle/>
          <a:p>
            <a:pPr algn="r"/>
            <a:r>
              <a:rPr lang="en-GB" dirty="0">
                <a:solidFill>
                  <a:srgbClr val="FFFFFF"/>
                </a:solidFill>
              </a:rPr>
              <a:t>By: Peter Opeyemi James</a:t>
            </a:r>
          </a:p>
        </p:txBody>
      </p:sp>
    </p:spTree>
    <p:extLst>
      <p:ext uri="{BB962C8B-B14F-4D97-AF65-F5344CB8AC3E}">
        <p14:creationId xmlns:p14="http://schemas.microsoft.com/office/powerpoint/2010/main" val="374490313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p:stCondLst>
                              <p:cond delay="2600"/>
                            </p:stCondLst>
                            <p:childTnLst>
                              <p:par>
                                <p:cTn id="9" presetID="10" presetClass="entr" presetSubtype="0" fill="hold" grpId="0" nodeType="afterEffect">
                                  <p:stCondLst>
                                    <p:cond delay="0"/>
                                  </p:stCondLst>
                                  <p:iterate type="wd">
                                    <p:tmPct val="15000"/>
                                  </p:iterate>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0">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2">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FB893-53AB-A7DD-02B5-38C6ADADE695}"/>
              </a:ext>
            </a:extLst>
          </p:cNvPr>
          <p:cNvSpPr>
            <a:spLocks noGrp="1"/>
          </p:cNvSpPr>
          <p:nvPr>
            <p:ph type="title"/>
          </p:nvPr>
        </p:nvSpPr>
        <p:spPr>
          <a:xfrm>
            <a:off x="8181171" y="2681103"/>
            <a:ext cx="3363974" cy="1495794"/>
          </a:xfrm>
          <a:noFill/>
          <a:ln>
            <a:solidFill>
              <a:srgbClr val="FFFFFF"/>
            </a:solidFill>
          </a:ln>
        </p:spPr>
        <p:txBody>
          <a:bodyPr wrap="square">
            <a:normAutofit/>
          </a:bodyPr>
          <a:lstStyle/>
          <a:p>
            <a:r>
              <a:rPr lang="en-GB">
                <a:solidFill>
                  <a:srgbClr val="FFFFFF"/>
                </a:solidFill>
              </a:rPr>
              <a:t>Definitions</a:t>
            </a:r>
          </a:p>
        </p:txBody>
      </p:sp>
      <p:graphicFrame>
        <p:nvGraphicFramePr>
          <p:cNvPr id="5" name="Content Placeholder 2">
            <a:extLst>
              <a:ext uri="{FF2B5EF4-FFF2-40B4-BE49-F238E27FC236}">
                <a16:creationId xmlns:a16="http://schemas.microsoft.com/office/drawing/2014/main" id="{22A81330-F119-FC09-90CA-958AE18D7CEB}"/>
              </a:ext>
            </a:extLst>
          </p:cNvPr>
          <p:cNvGraphicFramePr>
            <a:graphicFrameLocks noGrp="1"/>
          </p:cNvGraphicFramePr>
          <p:nvPr>
            <p:ph idx="1"/>
            <p:extLst>
              <p:ext uri="{D42A27DB-BD31-4B8C-83A1-F6EECF244321}">
                <p14:modId xmlns:p14="http://schemas.microsoft.com/office/powerpoint/2010/main" val="2604880353"/>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991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D8D170CB-B1DC-4F8B-8887-B3367C9818BD}"/>
                                            </p:graphicEl>
                                          </p:spTgt>
                                        </p:tgtEl>
                                        <p:attrNameLst>
                                          <p:attrName>style.visibility</p:attrName>
                                        </p:attrNameLst>
                                      </p:cBhvr>
                                      <p:to>
                                        <p:strVal val="visible"/>
                                      </p:to>
                                    </p:set>
                                    <p:animEffect transition="in" filter="fade">
                                      <p:cBhvr>
                                        <p:cTn id="7" dur="500"/>
                                        <p:tgtEl>
                                          <p:spTgt spid="5">
                                            <p:graphicEl>
                                              <a:dgm id="{D8D170CB-B1DC-4F8B-8887-B3367C9818BD}"/>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graphicEl>
                                              <a:dgm id="{0CC95E8B-CE24-42E8-96F0-EB5228B54598}"/>
                                            </p:graphicEl>
                                          </p:spTgt>
                                        </p:tgtEl>
                                        <p:attrNameLst>
                                          <p:attrName>style.visibility</p:attrName>
                                        </p:attrNameLst>
                                      </p:cBhvr>
                                      <p:to>
                                        <p:strVal val="visible"/>
                                      </p:to>
                                    </p:set>
                                    <p:animEffect transition="in" filter="fade">
                                      <p:cBhvr>
                                        <p:cTn id="10" dur="500"/>
                                        <p:tgtEl>
                                          <p:spTgt spid="5">
                                            <p:graphicEl>
                                              <a:dgm id="{0CC95E8B-CE24-42E8-96F0-EB5228B54598}"/>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graphicEl>
                                              <a:dgm id="{BC819D58-7745-4086-AC32-8D4F18301CB9}"/>
                                            </p:graphicEl>
                                          </p:spTgt>
                                        </p:tgtEl>
                                        <p:attrNameLst>
                                          <p:attrName>style.visibility</p:attrName>
                                        </p:attrNameLst>
                                      </p:cBhvr>
                                      <p:to>
                                        <p:strVal val="visible"/>
                                      </p:to>
                                    </p:set>
                                    <p:animEffect transition="in" filter="fade">
                                      <p:cBhvr>
                                        <p:cTn id="13" dur="500"/>
                                        <p:tgtEl>
                                          <p:spTgt spid="5">
                                            <p:graphicEl>
                                              <a:dgm id="{BC819D58-7745-4086-AC32-8D4F18301CB9}"/>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graphicEl>
                                              <a:dgm id="{6B35AEBE-5772-4141-84EE-C57C9052896E}"/>
                                            </p:graphicEl>
                                          </p:spTgt>
                                        </p:tgtEl>
                                        <p:attrNameLst>
                                          <p:attrName>style.visibility</p:attrName>
                                        </p:attrNameLst>
                                      </p:cBhvr>
                                      <p:to>
                                        <p:strVal val="visible"/>
                                      </p:to>
                                    </p:set>
                                    <p:animEffect transition="in" filter="fade">
                                      <p:cBhvr>
                                        <p:cTn id="18" dur="500"/>
                                        <p:tgtEl>
                                          <p:spTgt spid="5">
                                            <p:graphicEl>
                                              <a:dgm id="{6B35AEBE-5772-4141-84EE-C57C9052896E}"/>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graphicEl>
                                              <a:dgm id="{9EB4B293-6765-4072-B299-6663F9AC6F34}"/>
                                            </p:graphicEl>
                                          </p:spTgt>
                                        </p:tgtEl>
                                        <p:attrNameLst>
                                          <p:attrName>style.visibility</p:attrName>
                                        </p:attrNameLst>
                                      </p:cBhvr>
                                      <p:to>
                                        <p:strVal val="visible"/>
                                      </p:to>
                                    </p:set>
                                    <p:animEffect transition="in" filter="fade">
                                      <p:cBhvr>
                                        <p:cTn id="21" dur="500"/>
                                        <p:tgtEl>
                                          <p:spTgt spid="5">
                                            <p:graphicEl>
                                              <a:dgm id="{9EB4B293-6765-4072-B299-6663F9AC6F34}"/>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graphicEl>
                                              <a:dgm id="{EA4631F0-5D45-42AB-AD44-88C341BF8C36}"/>
                                            </p:graphicEl>
                                          </p:spTgt>
                                        </p:tgtEl>
                                        <p:attrNameLst>
                                          <p:attrName>style.visibility</p:attrName>
                                        </p:attrNameLst>
                                      </p:cBhvr>
                                      <p:to>
                                        <p:strVal val="visible"/>
                                      </p:to>
                                    </p:set>
                                    <p:animEffect transition="in" filter="fade">
                                      <p:cBhvr>
                                        <p:cTn id="24" dur="500"/>
                                        <p:tgtEl>
                                          <p:spTgt spid="5">
                                            <p:graphicEl>
                                              <a:dgm id="{EA4631F0-5D45-42AB-AD44-88C341BF8C3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8181171" y="1940767"/>
            <a:ext cx="3363974" cy="2827176"/>
          </a:xfrm>
          <a:prstGeom prst="ellipse">
            <a:avLst/>
          </a:prstGeom>
          <a:noFill/>
          <a:ln>
            <a:solidFill>
              <a:srgbClr val="FFFFFF"/>
            </a:solidFill>
          </a:ln>
        </p:spPr>
        <p:txBody>
          <a:bodyPr wrap="square">
            <a:normAutofit/>
          </a:bodyPr>
          <a:lstStyle/>
          <a:p>
            <a:r>
              <a:rPr lang="en-GB" sz="2200" dirty="0">
                <a:solidFill>
                  <a:srgbClr val="FFFFFF"/>
                </a:solidFill>
              </a:rPr>
              <a:t>WHERE ARE WE TODAY?</a:t>
            </a:r>
          </a:p>
        </p:txBody>
      </p:sp>
      <p:graphicFrame>
        <p:nvGraphicFramePr>
          <p:cNvPr id="9" name="Content Placeholder 2">
            <a:extLst>
              <a:ext uri="{FF2B5EF4-FFF2-40B4-BE49-F238E27FC236}">
                <a16:creationId xmlns:a16="http://schemas.microsoft.com/office/drawing/2014/main" id="{2B66547D-806F-9F68-FB9A-46C1FA0AF1F1}"/>
              </a:ext>
            </a:extLst>
          </p:cNvPr>
          <p:cNvGraphicFramePr>
            <a:graphicFrameLocks noGrp="1"/>
          </p:cNvGraphicFramePr>
          <p:nvPr>
            <p:ph idx="1"/>
            <p:extLst>
              <p:ext uri="{D42A27DB-BD31-4B8C-83A1-F6EECF244321}">
                <p14:modId xmlns:p14="http://schemas.microsoft.com/office/powerpoint/2010/main" val="2524683278"/>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102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graphicEl>
                                              <a:dgm id="{919DB8B7-C43B-40C2-92BE-69433A2DCF08}"/>
                                            </p:graphicEl>
                                          </p:spTgt>
                                        </p:tgtEl>
                                        <p:attrNameLst>
                                          <p:attrName>style.visibility</p:attrName>
                                        </p:attrNameLst>
                                      </p:cBhvr>
                                      <p:to>
                                        <p:strVal val="visible"/>
                                      </p:to>
                                    </p:set>
                                    <p:animEffect transition="in" filter="fade">
                                      <p:cBhvr>
                                        <p:cTn id="7" dur="500"/>
                                        <p:tgtEl>
                                          <p:spTgt spid="9">
                                            <p:graphicEl>
                                              <a:dgm id="{919DB8B7-C43B-40C2-92BE-69433A2DCF0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graphicEl>
                                              <a:dgm id="{F160036D-408F-4820-9FD2-E89B7D6335A1}"/>
                                            </p:graphicEl>
                                          </p:spTgt>
                                        </p:tgtEl>
                                        <p:attrNameLst>
                                          <p:attrName>style.visibility</p:attrName>
                                        </p:attrNameLst>
                                      </p:cBhvr>
                                      <p:to>
                                        <p:strVal val="visible"/>
                                      </p:to>
                                    </p:set>
                                    <p:animEffect transition="in" filter="fade">
                                      <p:cBhvr>
                                        <p:cTn id="12" dur="500"/>
                                        <p:tgtEl>
                                          <p:spTgt spid="9">
                                            <p:graphicEl>
                                              <a:dgm id="{F160036D-408F-4820-9FD2-E89B7D6335A1}"/>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graphicEl>
                                              <a:dgm id="{7371C6CC-9D62-4B7A-A4E5-BE696C5096E3}"/>
                                            </p:graphicEl>
                                          </p:spTgt>
                                        </p:tgtEl>
                                        <p:attrNameLst>
                                          <p:attrName>style.visibility</p:attrName>
                                        </p:attrNameLst>
                                      </p:cBhvr>
                                      <p:to>
                                        <p:strVal val="visible"/>
                                      </p:to>
                                    </p:set>
                                    <p:animEffect transition="in" filter="fade">
                                      <p:cBhvr>
                                        <p:cTn id="15" dur="500"/>
                                        <p:tgtEl>
                                          <p:spTgt spid="9">
                                            <p:graphicEl>
                                              <a:dgm id="{7371C6CC-9D62-4B7A-A4E5-BE696C5096E3}"/>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graphicEl>
                                              <a:dgm id="{31D58A1A-F71B-4C10-971F-0B2C4C900BE1}"/>
                                            </p:graphicEl>
                                          </p:spTgt>
                                        </p:tgtEl>
                                        <p:attrNameLst>
                                          <p:attrName>style.visibility</p:attrName>
                                        </p:attrNameLst>
                                      </p:cBhvr>
                                      <p:to>
                                        <p:strVal val="visible"/>
                                      </p:to>
                                    </p:set>
                                    <p:animEffect transition="in" filter="fade">
                                      <p:cBhvr>
                                        <p:cTn id="20" dur="500"/>
                                        <p:tgtEl>
                                          <p:spTgt spid="9">
                                            <p:graphicEl>
                                              <a:dgm id="{31D58A1A-F71B-4C10-971F-0B2C4C900BE1}"/>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graphicEl>
                                              <a:dgm id="{EB129960-AD12-4608-9579-1733CF3DD14B}"/>
                                            </p:graphicEl>
                                          </p:spTgt>
                                        </p:tgtEl>
                                        <p:attrNameLst>
                                          <p:attrName>style.visibility</p:attrName>
                                        </p:attrNameLst>
                                      </p:cBhvr>
                                      <p:to>
                                        <p:strVal val="visible"/>
                                      </p:to>
                                    </p:set>
                                    <p:animEffect transition="in" filter="fade">
                                      <p:cBhvr>
                                        <p:cTn id="23" dur="500"/>
                                        <p:tgtEl>
                                          <p:spTgt spid="9">
                                            <p:graphicEl>
                                              <a:dgm id="{EB129960-AD12-4608-9579-1733CF3DD14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pPr algn="l"/>
            <a:r>
              <a:rPr lang="en-GB" b="0" i="0" dirty="0">
                <a:solidFill>
                  <a:srgbClr val="252525"/>
                </a:solidFill>
                <a:effectLst/>
                <a:latin typeface="Avenir"/>
              </a:rPr>
              <a:t>Of 61,000 SKUs representing more than 12,000 new launches since 2011. 3 in 4 FMCG launches fail within a year. Those that succeed focus on “walking in the shoes of the consumer to uncover key demand-driven insights”.</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200" b="1" i="0" kern="1200" dirty="0">
                <a:solidFill>
                  <a:srgbClr val="FFFFFF"/>
                </a:solidFill>
                <a:effectLst/>
                <a:latin typeface="+mn-lt"/>
                <a:ea typeface="+mn-ea"/>
                <a:cs typeface="+mn-cs"/>
              </a:rPr>
              <a:t>Empathy is Number ONE  rule for “new product innovation success”</a:t>
            </a:r>
            <a:br>
              <a:rPr lang="en-GB" sz="1200" b="1" i="0" kern="1200" dirty="0">
                <a:solidFill>
                  <a:srgbClr val="FFFFFF"/>
                </a:solidFill>
                <a:effectLst/>
                <a:latin typeface="+mn-lt"/>
                <a:ea typeface="+mn-ea"/>
                <a:cs typeface="+mn-cs"/>
              </a:rPr>
            </a:br>
            <a:r>
              <a:rPr lang="en-GB" sz="700" b="1" i="0" kern="1200" dirty="0">
                <a:solidFill>
                  <a:schemeClr val="tx1"/>
                </a:solidFill>
                <a:effectLst/>
                <a:latin typeface="+mn-lt"/>
                <a:ea typeface="+mn-ea"/>
                <a:cs typeface="+mn-cs"/>
              </a:rPr>
              <a:t>The Nielsen Breakthrough Innovation Report</a:t>
            </a:r>
            <a:endParaRPr lang="en-GB" sz="12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6265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pPr defTabSz="914400">
              <a:spcBef>
                <a:spcPts val="1000"/>
              </a:spcBef>
              <a:buClr>
                <a:schemeClr val="accent2"/>
              </a:buClr>
            </a:pPr>
            <a:r>
              <a:rPr lang="en-US" b="0" i="0" dirty="0">
                <a:solidFill>
                  <a:srgbClr val="404040"/>
                </a:solidFill>
                <a:effectLst/>
              </a:rPr>
              <a:t>A Korean study in the healthcare sector found that empathy improves patient satisfaction and compliance (adhering to treatment schedule). </a:t>
            </a:r>
          </a:p>
          <a:p>
            <a:pPr defTabSz="914400">
              <a:spcBef>
                <a:spcPts val="1000"/>
              </a:spcBef>
              <a:buClr>
                <a:schemeClr val="accent2"/>
              </a:buClr>
            </a:pPr>
            <a:r>
              <a:rPr lang="en-US" b="0" i="0" dirty="0">
                <a:solidFill>
                  <a:srgbClr val="404040"/>
                </a:solidFill>
                <a:effectLst/>
              </a:rPr>
              <a:t>Five hundred and fifty outpatients participated in the study. Physician empathy levels were linked to better information exchange, perceived expertise, interpersonal trust, and partnership. This resulted in higher patient satisfaction and better compliance.</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4859" y="1586484"/>
            <a:ext cx="3685032" cy="3685032"/>
          </a:xfrm>
          <a:prstGeom prst="ellipse">
            <a:avLst/>
          </a:prstGeom>
          <a:solidFill>
            <a:schemeClr val="accent2"/>
          </a:solidFill>
          <a:ln>
            <a:noFill/>
          </a:ln>
        </p:spPr>
        <p:txBody>
          <a:bodyPr vert="horz" lIns="182880" tIns="182880" rIns="182880" bIns="182880" rtlCol="0" anchor="ctr" anchorCtr="1">
            <a:normAutofit/>
          </a:bodyPr>
          <a:lstStyle/>
          <a:p>
            <a:r>
              <a:rPr lang="en-GB" sz="1800" b="1" i="0" kern="1200" dirty="0">
                <a:solidFill>
                  <a:srgbClr val="FFFFFF"/>
                </a:solidFill>
                <a:effectLst/>
                <a:latin typeface="+mn-lt"/>
                <a:ea typeface="+mn-ea"/>
                <a:cs typeface="+mn-cs"/>
              </a:rPr>
              <a:t>Empathy improves satisfaction</a:t>
            </a:r>
            <a:br>
              <a:rPr lang="en-GB" sz="1800" b="1" i="0" kern="1200" dirty="0">
                <a:solidFill>
                  <a:srgbClr val="FFFFFF"/>
                </a:solidFill>
                <a:effectLst/>
                <a:latin typeface="+mn-lt"/>
                <a:ea typeface="+mn-ea"/>
                <a:cs typeface="+mn-cs"/>
              </a:rPr>
            </a:br>
            <a:r>
              <a:rPr lang="en-GB" sz="1800" b="1" i="0" kern="1200" dirty="0">
                <a:solidFill>
                  <a:srgbClr val="FFFFFF"/>
                </a:solidFill>
                <a:effectLst/>
                <a:latin typeface="+mn-lt"/>
                <a:ea typeface="+mn-ea"/>
                <a:cs typeface="+mn-cs"/>
              </a:rPr>
              <a:t> </a:t>
            </a:r>
            <a:r>
              <a:rPr lang="en-GB" sz="900" b="1" i="0" kern="1200" dirty="0">
                <a:solidFill>
                  <a:schemeClr val="tx1"/>
                </a:solidFill>
                <a:effectLst/>
                <a:latin typeface="+mn-lt"/>
                <a:ea typeface="+mn-ea"/>
                <a:cs typeface="+mn-cs"/>
              </a:rPr>
              <a:t>Sung, Stan and Mark. 2004</a:t>
            </a:r>
            <a:br>
              <a:rPr lang="en-GB" sz="900" b="1" i="0" kern="1200" dirty="0">
                <a:solidFill>
                  <a:schemeClr val="tx1"/>
                </a:solidFill>
                <a:effectLst/>
                <a:latin typeface="+mn-lt"/>
                <a:ea typeface="+mn-ea"/>
                <a:cs typeface="+mn-cs"/>
              </a:rPr>
            </a:br>
            <a:endParaRPr lang="en-US" sz="1800" kern="1200" cap="all" spc="200" baseline="0" dirty="0">
              <a:solidFill>
                <a:srgbClr val="FFFFFF"/>
              </a:solidFill>
              <a:latin typeface="+mj-lt"/>
              <a:ea typeface="+mj-ea"/>
              <a:cs typeface="+mj-cs"/>
            </a:endParaRPr>
          </a:p>
        </p:txBody>
      </p:sp>
    </p:spTree>
    <p:extLst>
      <p:ext uri="{BB962C8B-B14F-4D97-AF65-F5344CB8AC3E}">
        <p14:creationId xmlns:p14="http://schemas.microsoft.com/office/powerpoint/2010/main" val="1275412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pPr algn="l"/>
            <a:r>
              <a:rPr lang="en-GB" b="0" i="0" dirty="0">
                <a:solidFill>
                  <a:srgbClr val="252525"/>
                </a:solidFill>
                <a:effectLst/>
                <a:latin typeface="Avenir"/>
              </a:rPr>
              <a:t>146 negotiators were profiled for the empathic ability of perspective-taking, and this was found to predict negotiation success. </a:t>
            </a:r>
          </a:p>
          <a:p>
            <a:pPr algn="l"/>
            <a:endParaRPr lang="en-GB" dirty="0">
              <a:solidFill>
                <a:srgbClr val="252525"/>
              </a:solidFill>
              <a:latin typeface="Avenir"/>
            </a:endParaRPr>
          </a:p>
          <a:p>
            <a:pPr algn="l"/>
            <a:r>
              <a:rPr lang="en-GB" b="0" i="0" dirty="0">
                <a:solidFill>
                  <a:srgbClr val="252525"/>
                </a:solidFill>
                <a:effectLst/>
                <a:latin typeface="Avenir"/>
              </a:rPr>
              <a:t>Across three negotiations, empathic perspective-taking was linked to negotiators’ ability to discover hidden agreements, to both create and claim resources at the negotiation table.</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400" b="1" i="0" kern="1200" dirty="0">
                <a:solidFill>
                  <a:srgbClr val="FFFFFF"/>
                </a:solidFill>
                <a:effectLst/>
                <a:latin typeface="+mn-lt"/>
                <a:ea typeface="+mn-ea"/>
                <a:cs typeface="+mn-cs"/>
              </a:rPr>
              <a:t>Empathy improves ability to negotiate.</a:t>
            </a:r>
            <a:br>
              <a:rPr lang="en-GB" sz="1400" b="1" i="0" kern="1200" dirty="0">
                <a:solidFill>
                  <a:srgbClr val="FFFFFF"/>
                </a:solidFill>
                <a:effectLst/>
                <a:latin typeface="+mn-lt"/>
                <a:ea typeface="+mn-ea"/>
                <a:cs typeface="+mn-cs"/>
              </a:rPr>
            </a:br>
            <a:br>
              <a:rPr lang="en-GB" sz="1200" b="1" i="0" kern="1200" dirty="0">
                <a:solidFill>
                  <a:srgbClr val="FFFFFF"/>
                </a:solidFill>
                <a:effectLst/>
                <a:latin typeface="+mn-lt"/>
                <a:ea typeface="+mn-ea"/>
                <a:cs typeface="+mn-cs"/>
              </a:rPr>
            </a:br>
            <a:r>
              <a:rPr lang="en-GB" sz="600" b="1" i="0" kern="1200" dirty="0">
                <a:solidFill>
                  <a:schemeClr val="tx1"/>
                </a:solidFill>
                <a:effectLst/>
                <a:latin typeface="+mn-lt"/>
                <a:ea typeface="+mn-ea"/>
                <a:cs typeface="+mn-cs"/>
              </a:rPr>
              <a:t>INSEAD</a:t>
            </a:r>
            <a:endParaRPr lang="en-GB" sz="12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3495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lnSpcReduction="10000"/>
          </a:bodyPr>
          <a:lstStyle/>
          <a:p>
            <a:pPr algn="l"/>
            <a:r>
              <a:rPr lang="en-GB" b="0" i="1" dirty="0">
                <a:solidFill>
                  <a:srgbClr val="252525"/>
                </a:solidFill>
                <a:effectLst/>
                <a:latin typeface="Avenir"/>
              </a:rPr>
              <a:t>Empathy was found to be the top competence for good leadership and one of the three strongest predictors of senior executive effectiveness. </a:t>
            </a:r>
          </a:p>
          <a:p>
            <a:pPr algn="l"/>
            <a:endParaRPr lang="en-GB" i="1" dirty="0">
              <a:solidFill>
                <a:srgbClr val="252525"/>
              </a:solidFill>
              <a:latin typeface="Avenir"/>
            </a:endParaRPr>
          </a:p>
          <a:p>
            <a:pPr algn="l"/>
            <a:r>
              <a:rPr lang="en-GB" b="0" i="1" dirty="0">
                <a:solidFill>
                  <a:srgbClr val="252525"/>
                </a:solidFill>
                <a:effectLst/>
                <a:latin typeface="Avenir"/>
              </a:rPr>
              <a:t>Similar results were found by 2016 CCL </a:t>
            </a:r>
            <a:r>
              <a:rPr lang="en-GB" i="1" dirty="0">
                <a:solidFill>
                  <a:srgbClr val="252525"/>
                </a:solidFill>
                <a:latin typeface="Avenir"/>
              </a:rPr>
              <a:t>analysis </a:t>
            </a:r>
            <a:r>
              <a:rPr lang="en-GB" b="0" i="1" dirty="0">
                <a:solidFill>
                  <a:srgbClr val="252525"/>
                </a:solidFill>
                <a:effectLst/>
                <a:latin typeface="Avenir"/>
              </a:rPr>
              <a:t>of 6,731 leaders from 38 countries, where enhanced empathy was linked to superior performance. </a:t>
            </a:r>
          </a:p>
          <a:p>
            <a:pPr algn="l"/>
            <a:endParaRPr lang="en-GB" i="1" dirty="0">
              <a:solidFill>
                <a:srgbClr val="252525"/>
              </a:solidFill>
              <a:latin typeface="Avenir"/>
            </a:endParaRPr>
          </a:p>
          <a:p>
            <a:pPr algn="l"/>
            <a:r>
              <a:rPr lang="en-GB" b="0" i="1" dirty="0">
                <a:solidFill>
                  <a:srgbClr val="252525"/>
                </a:solidFill>
                <a:effectLst/>
                <a:latin typeface="Avenir"/>
              </a:rPr>
              <a:t>A recent DDI analysis of high performing leadership with 15,000 business leaders confirmed the same link between empathy and leadership performance. </a:t>
            </a:r>
          </a:p>
          <a:p>
            <a:pPr algn="l"/>
            <a:endParaRPr lang="en-GB" i="1" dirty="0">
              <a:solidFill>
                <a:srgbClr val="252525"/>
              </a:solidFill>
              <a:latin typeface="Avenir"/>
            </a:endParaRPr>
          </a:p>
          <a:p>
            <a:pPr algn="l"/>
            <a:r>
              <a:rPr lang="en-GB" b="0" i="1" dirty="0">
                <a:solidFill>
                  <a:srgbClr val="252525"/>
                </a:solidFill>
                <a:effectLst/>
                <a:latin typeface="Avenir"/>
              </a:rPr>
              <a:t>More worrying was the finding that empathy remains low in business leaders, with only 40% having proficient empathy skills.</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400" b="1" i="0" kern="1200" dirty="0">
                <a:solidFill>
                  <a:srgbClr val="FFFFFF"/>
                </a:solidFill>
                <a:effectLst/>
                <a:latin typeface="+mn-lt"/>
                <a:ea typeface="+mn-ea"/>
                <a:cs typeface="+mn-cs"/>
              </a:rPr>
              <a:t>Empathy is linked to good leadership</a:t>
            </a:r>
            <a:r>
              <a:rPr lang="en-GB" sz="1050" b="1" i="0" kern="1200" dirty="0">
                <a:solidFill>
                  <a:srgbClr val="FFFFFF"/>
                </a:solidFill>
                <a:effectLst/>
                <a:latin typeface="+mn-lt"/>
                <a:ea typeface="+mn-ea"/>
                <a:cs typeface="+mn-cs"/>
              </a:rPr>
              <a:t> </a:t>
            </a:r>
            <a:r>
              <a:rPr lang="en-GB" sz="600" b="1" i="0" kern="1200" dirty="0">
                <a:solidFill>
                  <a:schemeClr val="tx1"/>
                </a:solidFill>
                <a:effectLst/>
                <a:latin typeface="+mn-lt"/>
                <a:ea typeface="+mn-ea"/>
                <a:cs typeface="+mn-cs"/>
              </a:rPr>
              <a:t>Management Research Group</a:t>
            </a:r>
            <a:endParaRPr lang="en-GB" sz="105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3102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wd">
                                    <p:tmPct val="10000"/>
                                  </p:iterate>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wd">
                                    <p:tmPct val="10000"/>
                                  </p:iterate>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pPr algn="l"/>
            <a:r>
              <a:rPr lang="en-GB" b="0" i="0" dirty="0">
                <a:solidFill>
                  <a:srgbClr val="252525"/>
                </a:solidFill>
                <a:effectLst/>
                <a:latin typeface="Avenir"/>
              </a:rPr>
              <a:t>199 marketing executives completed an empathy psychometric test (the IRI – Interpersonal Reactivity Index) measuring their empathy levels both cognitively and emotionally</a:t>
            </a:r>
            <a:r>
              <a:rPr lang="en-GB" b="0" i="0">
                <a:solidFill>
                  <a:srgbClr val="252525"/>
                </a:solidFill>
                <a:effectLst/>
                <a:latin typeface="Avenir"/>
              </a:rPr>
              <a:t>. </a:t>
            </a:r>
            <a:endParaRPr lang="en-GB">
              <a:solidFill>
                <a:srgbClr val="252525"/>
              </a:solidFill>
              <a:latin typeface="Avenir"/>
            </a:endParaRPr>
          </a:p>
          <a:p>
            <a:pPr algn="l"/>
            <a:r>
              <a:rPr lang="en-GB" b="0" i="0">
                <a:solidFill>
                  <a:srgbClr val="252525"/>
                </a:solidFill>
                <a:effectLst/>
                <a:latin typeface="Avenir"/>
              </a:rPr>
              <a:t>The </a:t>
            </a:r>
            <a:r>
              <a:rPr lang="en-GB" b="0" i="0" dirty="0">
                <a:solidFill>
                  <a:srgbClr val="252525"/>
                </a:solidFill>
                <a:effectLst/>
                <a:latin typeface="Avenir"/>
              </a:rPr>
              <a:t>study found no differences between marketers and the general population. Only 30% of marketers were proficient in experiencing the world from someone else’s (i.e., the consumer’s) perspective.</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600" b="1" i="0" kern="1200" dirty="0">
                <a:solidFill>
                  <a:srgbClr val="FFFFFF"/>
                </a:solidFill>
                <a:effectLst/>
                <a:latin typeface="+mn-lt"/>
                <a:ea typeface="+mn-ea"/>
                <a:cs typeface="+mn-cs"/>
              </a:rPr>
              <a:t>The empathy delusion in marketing</a:t>
            </a:r>
            <a:br>
              <a:rPr lang="en-GB" sz="1000" b="1" i="0" kern="1200" dirty="0">
                <a:solidFill>
                  <a:srgbClr val="FFFFFF"/>
                </a:solidFill>
                <a:effectLst/>
                <a:latin typeface="+mn-lt"/>
                <a:ea typeface="+mn-ea"/>
                <a:cs typeface="+mn-cs"/>
              </a:rPr>
            </a:br>
            <a:r>
              <a:rPr lang="en-GB" sz="700" b="1" i="0" kern="1200" dirty="0">
                <a:solidFill>
                  <a:schemeClr val="tx1"/>
                </a:solidFill>
                <a:effectLst/>
                <a:latin typeface="+mn-lt"/>
                <a:ea typeface="+mn-ea"/>
                <a:cs typeface="+mn-cs"/>
              </a:rPr>
              <a:t>Reach Solutions</a:t>
            </a:r>
            <a:endParaRPr lang="en-GB" sz="10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28329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r>
              <a:rPr lang="en-GB" dirty="0"/>
              <a:t>By assessing whether people’s actual real-live experiences of brands matched marketing promises made by the brand.</a:t>
            </a:r>
          </a:p>
          <a:p>
            <a:endParaRPr lang="en-GB" dirty="0"/>
          </a:p>
          <a:p>
            <a:r>
              <a:rPr lang="en-GB" dirty="0"/>
              <a:t>They found that 18% of customers had stopped using a brand in the past 12 months because of the gap between marketing and experience. 32% believed the gap was overwhelming.  The gap represents a fundamental empathy deficit among brands who are out of touch with what if feels like to use the brand.</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600" b="1" i="0" kern="1200" dirty="0">
                <a:solidFill>
                  <a:srgbClr val="FFFFFF"/>
                </a:solidFill>
                <a:effectLst/>
                <a:latin typeface="+mn-lt"/>
                <a:ea typeface="+mn-ea"/>
                <a:cs typeface="+mn-cs"/>
              </a:rPr>
              <a:t>The empathy deficit in business costs the average brand over $300m lost in revenue every year </a:t>
            </a:r>
            <a:br>
              <a:rPr lang="en-GB" sz="1600" b="1" i="0" kern="1200" dirty="0">
                <a:solidFill>
                  <a:srgbClr val="FFFFFF"/>
                </a:solidFill>
                <a:effectLst/>
                <a:latin typeface="+mn-lt"/>
                <a:ea typeface="+mn-ea"/>
                <a:cs typeface="+mn-cs"/>
              </a:rPr>
            </a:br>
            <a:r>
              <a:rPr lang="en-GB" sz="700" b="1" i="0" kern="1200" dirty="0">
                <a:solidFill>
                  <a:schemeClr val="tx1"/>
                </a:solidFill>
                <a:effectLst/>
                <a:latin typeface="+mn-lt"/>
                <a:ea typeface="+mn-ea"/>
                <a:cs typeface="+mn-cs"/>
              </a:rPr>
              <a:t>M&amp;C Saatchi </a:t>
            </a:r>
            <a:endParaRPr lang="en-GB" sz="11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2960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endParaRPr lang="en-GB" dirty="0"/>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US" sz="2000" b="1" i="0" kern="1200" dirty="0">
                <a:solidFill>
                  <a:srgbClr val="FFFFFF"/>
                </a:solidFill>
                <a:effectLst/>
                <a:latin typeface="+mn-lt"/>
                <a:ea typeface="+mn-ea"/>
                <a:cs typeface="+mn-cs"/>
              </a:rPr>
              <a:t>The empathy deficit and the 80:8 rule</a:t>
            </a:r>
            <a:r>
              <a:rPr lang="en-US" sz="1400" b="0" i="0" kern="1200" dirty="0">
                <a:solidFill>
                  <a:srgbClr val="FFFFFF"/>
                </a:solidFill>
                <a:effectLst/>
                <a:latin typeface="+mn-lt"/>
                <a:ea typeface="+mn-ea"/>
                <a:cs typeface="+mn-cs"/>
              </a:rPr>
              <a:t>. </a:t>
            </a:r>
            <a:br>
              <a:rPr lang="en-US" sz="1100" b="0" i="0" kern="1200" dirty="0">
                <a:solidFill>
                  <a:srgbClr val="FFFFFF"/>
                </a:solidFill>
                <a:effectLst/>
                <a:latin typeface="+mn-lt"/>
                <a:ea typeface="+mn-ea"/>
                <a:cs typeface="+mn-cs"/>
              </a:rPr>
            </a:br>
            <a:r>
              <a:rPr lang="en-US" sz="1000" kern="1200" dirty="0">
                <a:solidFill>
                  <a:schemeClr val="tx1"/>
                </a:solidFill>
                <a:latin typeface="+mn-lt"/>
                <a:ea typeface="+mn-ea"/>
                <a:cs typeface="+mn-cs"/>
              </a:rPr>
              <a:t>Bain and Company</a:t>
            </a:r>
            <a:endParaRPr lang="en-US" sz="1100" b="0" i="0" kern="1200" dirty="0">
              <a:solidFill>
                <a:schemeClr val="tx1"/>
              </a:solidFill>
              <a:effectLst/>
              <a:latin typeface="+mn-lt"/>
              <a:ea typeface="+mn-ea"/>
              <a:cs typeface="+mn-cs"/>
            </a:endParaRPr>
          </a:p>
        </p:txBody>
      </p:sp>
      <p:pic>
        <p:nvPicPr>
          <p:cNvPr id="3" name="Picture 2">
            <a:extLst>
              <a:ext uri="{FF2B5EF4-FFF2-40B4-BE49-F238E27FC236}">
                <a16:creationId xmlns:a16="http://schemas.microsoft.com/office/drawing/2014/main" id="{795BEAB3-4A8D-F2D5-F6D4-7F14E5B62F69}"/>
              </a:ext>
            </a:extLst>
          </p:cNvPr>
          <p:cNvPicPr>
            <a:picLocks noChangeAspect="1"/>
          </p:cNvPicPr>
          <p:nvPr/>
        </p:nvPicPr>
        <p:blipFill>
          <a:blip r:embed="rId2"/>
          <a:stretch>
            <a:fillRect/>
          </a:stretch>
        </p:blipFill>
        <p:spPr>
          <a:xfrm>
            <a:off x="1727589" y="1210792"/>
            <a:ext cx="3779550" cy="3986817"/>
          </a:xfrm>
          <a:prstGeom prst="rect">
            <a:avLst/>
          </a:prstGeom>
        </p:spPr>
      </p:pic>
    </p:spTree>
    <p:extLst>
      <p:ext uri="{BB962C8B-B14F-4D97-AF65-F5344CB8AC3E}">
        <p14:creationId xmlns:p14="http://schemas.microsoft.com/office/powerpoint/2010/main" val="25475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iterate type="wd">
                                    <p:tmPct val="10000"/>
                                  </p:iterate>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11">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3">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0811CA-310A-B539-DE64-1EE10F7682C0}"/>
              </a:ext>
            </a:extLst>
          </p:cNvPr>
          <p:cNvSpPr>
            <a:spLocks noGrp="1"/>
          </p:cNvSpPr>
          <p:nvPr>
            <p:ph type="title"/>
          </p:nvPr>
        </p:nvSpPr>
        <p:spPr>
          <a:xfrm>
            <a:off x="643467" y="2681103"/>
            <a:ext cx="3363974" cy="1495794"/>
          </a:xfrm>
          <a:noFill/>
          <a:ln>
            <a:solidFill>
              <a:schemeClr val="bg1"/>
            </a:solidFill>
          </a:ln>
        </p:spPr>
        <p:txBody>
          <a:bodyPr wrap="square">
            <a:normAutofit/>
          </a:bodyPr>
          <a:lstStyle/>
          <a:p>
            <a:r>
              <a:rPr lang="en-GB" sz="2000">
                <a:solidFill>
                  <a:schemeClr val="bg1"/>
                </a:solidFill>
              </a:rPr>
              <a:t>HOW EMPATHY CONTRIBUTES TO POSITIVE OUTCOMES</a:t>
            </a:r>
            <a:br>
              <a:rPr lang="en-GB" sz="2000">
                <a:solidFill>
                  <a:schemeClr val="bg1"/>
                </a:solidFill>
              </a:rPr>
            </a:br>
            <a:r>
              <a:rPr lang="en-GB" sz="2000" i="1">
                <a:solidFill>
                  <a:schemeClr val="bg1"/>
                </a:solidFill>
              </a:rPr>
              <a:t>(Forbes)</a:t>
            </a:r>
          </a:p>
        </p:txBody>
      </p:sp>
      <p:graphicFrame>
        <p:nvGraphicFramePr>
          <p:cNvPr id="7" name="Diagram 6">
            <a:extLst>
              <a:ext uri="{FF2B5EF4-FFF2-40B4-BE49-F238E27FC236}">
                <a16:creationId xmlns:a16="http://schemas.microsoft.com/office/drawing/2014/main" id="{888532A3-F031-F3DC-E4E7-A2F17C789053}"/>
              </a:ext>
            </a:extLst>
          </p:cNvPr>
          <p:cNvGraphicFramePr/>
          <p:nvPr>
            <p:extLst>
              <p:ext uri="{D42A27DB-BD31-4B8C-83A1-F6EECF244321}">
                <p14:modId xmlns:p14="http://schemas.microsoft.com/office/powerpoint/2010/main" val="655214085"/>
              </p:ext>
            </p:extLst>
          </p:nvPr>
        </p:nvGraphicFramePr>
        <p:xfrm>
          <a:off x="5619750" y="965200"/>
          <a:ext cx="5607050" cy="492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968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7">
                                            <p:graphicEl>
                                              <a:dgm id="{26437430-35CC-407F-83D6-E2492AEC98A7}"/>
                                            </p:graphicEl>
                                          </p:spTgt>
                                        </p:tgtEl>
                                        <p:attrNameLst>
                                          <p:attrName>style.visibility</p:attrName>
                                        </p:attrNameLst>
                                      </p:cBhvr>
                                      <p:to>
                                        <p:strVal val="visible"/>
                                      </p:to>
                                    </p:set>
                                    <p:animEffect transition="in" filter="fade">
                                      <p:cBhvr>
                                        <p:cTn id="12" dur="500"/>
                                        <p:tgtEl>
                                          <p:spTgt spid="7">
                                            <p:graphicEl>
                                              <a:dgm id="{26437430-35CC-407F-83D6-E2492AEC98A7}"/>
                                            </p:graphicEl>
                                          </p:spTgt>
                                        </p:tgtEl>
                                      </p:cBhvr>
                                    </p:animEffect>
                                  </p:childTnLst>
                                </p:cTn>
                              </p:par>
                              <p:par>
                                <p:cTn id="13" presetID="10" presetClass="entr" presetSubtype="0" fill="hold" grpId="0" nodeType="withEffect">
                                  <p:stCondLst>
                                    <p:cond delay="0"/>
                                  </p:stCondLst>
                                  <p:iterate type="wd">
                                    <p:tmPct val="10000"/>
                                  </p:iterate>
                                  <p:childTnLst>
                                    <p:set>
                                      <p:cBhvr>
                                        <p:cTn id="14" dur="1" fill="hold">
                                          <p:stCondLst>
                                            <p:cond delay="0"/>
                                          </p:stCondLst>
                                        </p:cTn>
                                        <p:tgtEl>
                                          <p:spTgt spid="7">
                                            <p:graphicEl>
                                              <a:dgm id="{8128A72C-F611-452A-8676-1D91D0882071}"/>
                                            </p:graphicEl>
                                          </p:spTgt>
                                        </p:tgtEl>
                                        <p:attrNameLst>
                                          <p:attrName>style.visibility</p:attrName>
                                        </p:attrNameLst>
                                      </p:cBhvr>
                                      <p:to>
                                        <p:strVal val="visible"/>
                                      </p:to>
                                    </p:set>
                                    <p:animEffect transition="in" filter="fade">
                                      <p:cBhvr>
                                        <p:cTn id="15" dur="500"/>
                                        <p:tgtEl>
                                          <p:spTgt spid="7">
                                            <p:graphicEl>
                                              <a:dgm id="{8128A72C-F611-452A-8676-1D91D0882071}"/>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iterate type="wd">
                                    <p:tmPct val="10000"/>
                                  </p:iterate>
                                  <p:childTnLst>
                                    <p:set>
                                      <p:cBhvr>
                                        <p:cTn id="19" dur="1" fill="hold">
                                          <p:stCondLst>
                                            <p:cond delay="0"/>
                                          </p:stCondLst>
                                        </p:cTn>
                                        <p:tgtEl>
                                          <p:spTgt spid="7">
                                            <p:graphicEl>
                                              <a:dgm id="{FC59A759-6F92-4DC4-A0DA-008B29024F0E}"/>
                                            </p:graphicEl>
                                          </p:spTgt>
                                        </p:tgtEl>
                                        <p:attrNameLst>
                                          <p:attrName>style.visibility</p:attrName>
                                        </p:attrNameLst>
                                      </p:cBhvr>
                                      <p:to>
                                        <p:strVal val="visible"/>
                                      </p:to>
                                    </p:set>
                                    <p:animEffect transition="in" filter="fade">
                                      <p:cBhvr>
                                        <p:cTn id="20" dur="500"/>
                                        <p:tgtEl>
                                          <p:spTgt spid="7">
                                            <p:graphicEl>
                                              <a:dgm id="{FC59A759-6F92-4DC4-A0DA-008B29024F0E}"/>
                                            </p:graphicEl>
                                          </p:spTgt>
                                        </p:tgtEl>
                                      </p:cBhvr>
                                    </p:animEffect>
                                  </p:childTnLst>
                                </p:cTn>
                              </p:par>
                              <p:par>
                                <p:cTn id="21" presetID="10" presetClass="entr" presetSubtype="0" fill="hold" grpId="0" nodeType="withEffect">
                                  <p:stCondLst>
                                    <p:cond delay="0"/>
                                  </p:stCondLst>
                                  <p:iterate type="wd">
                                    <p:tmPct val="10000"/>
                                  </p:iterate>
                                  <p:childTnLst>
                                    <p:set>
                                      <p:cBhvr>
                                        <p:cTn id="22" dur="1" fill="hold">
                                          <p:stCondLst>
                                            <p:cond delay="0"/>
                                          </p:stCondLst>
                                        </p:cTn>
                                        <p:tgtEl>
                                          <p:spTgt spid="7">
                                            <p:graphicEl>
                                              <a:dgm id="{E82EDB79-FC32-4DCD-982D-57B3EE71C3E2}"/>
                                            </p:graphicEl>
                                          </p:spTgt>
                                        </p:tgtEl>
                                        <p:attrNameLst>
                                          <p:attrName>style.visibility</p:attrName>
                                        </p:attrNameLst>
                                      </p:cBhvr>
                                      <p:to>
                                        <p:strVal val="visible"/>
                                      </p:to>
                                    </p:set>
                                    <p:animEffect transition="in" filter="fade">
                                      <p:cBhvr>
                                        <p:cTn id="23" dur="500"/>
                                        <p:tgtEl>
                                          <p:spTgt spid="7">
                                            <p:graphicEl>
                                              <a:dgm id="{E82EDB79-FC32-4DCD-982D-57B3EE71C3E2}"/>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iterate type="wd">
                                    <p:tmPct val="10000"/>
                                  </p:iterate>
                                  <p:childTnLst>
                                    <p:set>
                                      <p:cBhvr>
                                        <p:cTn id="27" dur="1" fill="hold">
                                          <p:stCondLst>
                                            <p:cond delay="0"/>
                                          </p:stCondLst>
                                        </p:cTn>
                                        <p:tgtEl>
                                          <p:spTgt spid="7">
                                            <p:graphicEl>
                                              <a:dgm id="{1DE19126-9FF1-4E1C-B423-C86DB0E41D71}"/>
                                            </p:graphicEl>
                                          </p:spTgt>
                                        </p:tgtEl>
                                        <p:attrNameLst>
                                          <p:attrName>style.visibility</p:attrName>
                                        </p:attrNameLst>
                                      </p:cBhvr>
                                      <p:to>
                                        <p:strVal val="visible"/>
                                      </p:to>
                                    </p:set>
                                    <p:animEffect transition="in" filter="fade">
                                      <p:cBhvr>
                                        <p:cTn id="28" dur="500"/>
                                        <p:tgtEl>
                                          <p:spTgt spid="7">
                                            <p:graphicEl>
                                              <a:dgm id="{1DE19126-9FF1-4E1C-B423-C86DB0E41D71}"/>
                                            </p:graphicEl>
                                          </p:spTgt>
                                        </p:tgtEl>
                                      </p:cBhvr>
                                    </p:animEffect>
                                  </p:childTnLst>
                                </p:cTn>
                              </p:par>
                              <p:par>
                                <p:cTn id="29" presetID="10" presetClass="entr" presetSubtype="0" fill="hold" grpId="0" nodeType="withEffect">
                                  <p:stCondLst>
                                    <p:cond delay="0"/>
                                  </p:stCondLst>
                                  <p:iterate type="wd">
                                    <p:tmPct val="10000"/>
                                  </p:iterate>
                                  <p:childTnLst>
                                    <p:set>
                                      <p:cBhvr>
                                        <p:cTn id="30" dur="1" fill="hold">
                                          <p:stCondLst>
                                            <p:cond delay="0"/>
                                          </p:stCondLst>
                                        </p:cTn>
                                        <p:tgtEl>
                                          <p:spTgt spid="7">
                                            <p:graphicEl>
                                              <a:dgm id="{DE0FC2A7-747D-4BEB-BF81-8AD23BDC69DD}"/>
                                            </p:graphicEl>
                                          </p:spTgt>
                                        </p:tgtEl>
                                        <p:attrNameLst>
                                          <p:attrName>style.visibility</p:attrName>
                                        </p:attrNameLst>
                                      </p:cBhvr>
                                      <p:to>
                                        <p:strVal val="visible"/>
                                      </p:to>
                                    </p:set>
                                    <p:animEffect transition="in" filter="fade">
                                      <p:cBhvr>
                                        <p:cTn id="31" dur="500"/>
                                        <p:tgtEl>
                                          <p:spTgt spid="7">
                                            <p:graphicEl>
                                              <a:dgm id="{DE0FC2A7-747D-4BEB-BF81-8AD23BDC69DD}"/>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iterate type="wd">
                                    <p:tmPct val="10000"/>
                                  </p:iterate>
                                  <p:childTnLst>
                                    <p:set>
                                      <p:cBhvr>
                                        <p:cTn id="35" dur="1" fill="hold">
                                          <p:stCondLst>
                                            <p:cond delay="0"/>
                                          </p:stCondLst>
                                        </p:cTn>
                                        <p:tgtEl>
                                          <p:spTgt spid="7">
                                            <p:graphicEl>
                                              <a:dgm id="{4485E72D-01FB-4102-BEAB-BFF438D0321B}"/>
                                            </p:graphicEl>
                                          </p:spTgt>
                                        </p:tgtEl>
                                        <p:attrNameLst>
                                          <p:attrName>style.visibility</p:attrName>
                                        </p:attrNameLst>
                                      </p:cBhvr>
                                      <p:to>
                                        <p:strVal val="visible"/>
                                      </p:to>
                                    </p:set>
                                    <p:animEffect transition="in" filter="fade">
                                      <p:cBhvr>
                                        <p:cTn id="36" dur="500"/>
                                        <p:tgtEl>
                                          <p:spTgt spid="7">
                                            <p:graphicEl>
                                              <a:dgm id="{4485E72D-01FB-4102-BEAB-BFF438D0321B}"/>
                                            </p:graphicEl>
                                          </p:spTgt>
                                        </p:tgtEl>
                                      </p:cBhvr>
                                    </p:animEffect>
                                  </p:childTnLst>
                                </p:cTn>
                              </p:par>
                              <p:par>
                                <p:cTn id="37" presetID="10" presetClass="entr" presetSubtype="0" fill="hold" grpId="0" nodeType="withEffect">
                                  <p:stCondLst>
                                    <p:cond delay="0"/>
                                  </p:stCondLst>
                                  <p:iterate type="wd">
                                    <p:tmPct val="10000"/>
                                  </p:iterate>
                                  <p:childTnLst>
                                    <p:set>
                                      <p:cBhvr>
                                        <p:cTn id="38" dur="1" fill="hold">
                                          <p:stCondLst>
                                            <p:cond delay="0"/>
                                          </p:stCondLst>
                                        </p:cTn>
                                        <p:tgtEl>
                                          <p:spTgt spid="7">
                                            <p:graphicEl>
                                              <a:dgm id="{E191FD4E-73AC-43C5-AAD3-D5592B7EEA98}"/>
                                            </p:graphicEl>
                                          </p:spTgt>
                                        </p:tgtEl>
                                        <p:attrNameLst>
                                          <p:attrName>style.visibility</p:attrName>
                                        </p:attrNameLst>
                                      </p:cBhvr>
                                      <p:to>
                                        <p:strVal val="visible"/>
                                      </p:to>
                                    </p:set>
                                    <p:animEffect transition="in" filter="fade">
                                      <p:cBhvr>
                                        <p:cTn id="39" dur="500"/>
                                        <p:tgtEl>
                                          <p:spTgt spid="7">
                                            <p:graphicEl>
                                              <a:dgm id="{E191FD4E-73AC-43C5-AAD3-D5592B7EEA98}"/>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iterate type="wd">
                                    <p:tmPct val="10000"/>
                                  </p:iterate>
                                  <p:childTnLst>
                                    <p:set>
                                      <p:cBhvr>
                                        <p:cTn id="43" dur="1" fill="hold">
                                          <p:stCondLst>
                                            <p:cond delay="0"/>
                                          </p:stCondLst>
                                        </p:cTn>
                                        <p:tgtEl>
                                          <p:spTgt spid="7">
                                            <p:graphicEl>
                                              <a:dgm id="{9798B38B-BA81-4DFC-9C6D-00EB9FD1AA32}"/>
                                            </p:graphicEl>
                                          </p:spTgt>
                                        </p:tgtEl>
                                        <p:attrNameLst>
                                          <p:attrName>style.visibility</p:attrName>
                                        </p:attrNameLst>
                                      </p:cBhvr>
                                      <p:to>
                                        <p:strVal val="visible"/>
                                      </p:to>
                                    </p:set>
                                    <p:animEffect transition="in" filter="fade">
                                      <p:cBhvr>
                                        <p:cTn id="44" dur="500"/>
                                        <p:tgtEl>
                                          <p:spTgt spid="7">
                                            <p:graphicEl>
                                              <a:dgm id="{9798B38B-BA81-4DFC-9C6D-00EB9FD1AA32}"/>
                                            </p:graphicEl>
                                          </p:spTgt>
                                        </p:tgtEl>
                                      </p:cBhvr>
                                    </p:animEffect>
                                  </p:childTnLst>
                                </p:cTn>
                              </p:par>
                              <p:par>
                                <p:cTn id="45" presetID="10" presetClass="entr" presetSubtype="0" fill="hold" grpId="0" nodeType="withEffect">
                                  <p:stCondLst>
                                    <p:cond delay="0"/>
                                  </p:stCondLst>
                                  <p:iterate type="wd">
                                    <p:tmPct val="10000"/>
                                  </p:iterate>
                                  <p:childTnLst>
                                    <p:set>
                                      <p:cBhvr>
                                        <p:cTn id="46" dur="1" fill="hold">
                                          <p:stCondLst>
                                            <p:cond delay="0"/>
                                          </p:stCondLst>
                                        </p:cTn>
                                        <p:tgtEl>
                                          <p:spTgt spid="7">
                                            <p:graphicEl>
                                              <a:dgm id="{F3461717-3609-48B8-A90D-E584593E7D1C}"/>
                                            </p:graphicEl>
                                          </p:spTgt>
                                        </p:tgtEl>
                                        <p:attrNameLst>
                                          <p:attrName>style.visibility</p:attrName>
                                        </p:attrNameLst>
                                      </p:cBhvr>
                                      <p:to>
                                        <p:strVal val="visible"/>
                                      </p:to>
                                    </p:set>
                                    <p:animEffect transition="in" filter="fade">
                                      <p:cBhvr>
                                        <p:cTn id="47" dur="500"/>
                                        <p:tgtEl>
                                          <p:spTgt spid="7">
                                            <p:graphicEl>
                                              <a:dgm id="{F3461717-3609-48B8-A90D-E584593E7D1C}"/>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iterate type="wd">
                                    <p:tmPct val="10000"/>
                                  </p:iterate>
                                  <p:childTnLst>
                                    <p:set>
                                      <p:cBhvr>
                                        <p:cTn id="51" dur="1" fill="hold">
                                          <p:stCondLst>
                                            <p:cond delay="0"/>
                                          </p:stCondLst>
                                        </p:cTn>
                                        <p:tgtEl>
                                          <p:spTgt spid="7">
                                            <p:graphicEl>
                                              <a:dgm id="{06D2941C-BE6E-4435-8C75-A3A8D2CF5C4C}"/>
                                            </p:graphicEl>
                                          </p:spTgt>
                                        </p:tgtEl>
                                        <p:attrNameLst>
                                          <p:attrName>style.visibility</p:attrName>
                                        </p:attrNameLst>
                                      </p:cBhvr>
                                      <p:to>
                                        <p:strVal val="visible"/>
                                      </p:to>
                                    </p:set>
                                    <p:animEffect transition="in" filter="fade">
                                      <p:cBhvr>
                                        <p:cTn id="52" dur="500"/>
                                        <p:tgtEl>
                                          <p:spTgt spid="7">
                                            <p:graphicEl>
                                              <a:dgm id="{06D2941C-BE6E-4435-8C75-A3A8D2CF5C4C}"/>
                                            </p:graphicEl>
                                          </p:spTgt>
                                        </p:tgtEl>
                                      </p:cBhvr>
                                    </p:animEffect>
                                  </p:childTnLst>
                                </p:cTn>
                              </p:par>
                              <p:par>
                                <p:cTn id="53" presetID="10" presetClass="entr" presetSubtype="0" fill="hold" grpId="0" nodeType="withEffect">
                                  <p:stCondLst>
                                    <p:cond delay="0"/>
                                  </p:stCondLst>
                                  <p:iterate type="wd">
                                    <p:tmPct val="10000"/>
                                  </p:iterate>
                                  <p:childTnLst>
                                    <p:set>
                                      <p:cBhvr>
                                        <p:cTn id="54" dur="1" fill="hold">
                                          <p:stCondLst>
                                            <p:cond delay="0"/>
                                          </p:stCondLst>
                                        </p:cTn>
                                        <p:tgtEl>
                                          <p:spTgt spid="7">
                                            <p:graphicEl>
                                              <a:dgm id="{281E114F-16BA-4683-BB1C-05C2923C1EDE}"/>
                                            </p:graphicEl>
                                          </p:spTgt>
                                        </p:tgtEl>
                                        <p:attrNameLst>
                                          <p:attrName>style.visibility</p:attrName>
                                        </p:attrNameLst>
                                      </p:cBhvr>
                                      <p:to>
                                        <p:strVal val="visible"/>
                                      </p:to>
                                    </p:set>
                                    <p:animEffect transition="in" filter="fade">
                                      <p:cBhvr>
                                        <p:cTn id="55" dur="500"/>
                                        <p:tgtEl>
                                          <p:spTgt spid="7">
                                            <p:graphicEl>
                                              <a:dgm id="{281E114F-16BA-4683-BB1C-05C2923C1EDE}"/>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iterate type="wd">
                                    <p:tmPct val="10000"/>
                                  </p:iterate>
                                  <p:childTnLst>
                                    <p:set>
                                      <p:cBhvr>
                                        <p:cTn id="59" dur="1" fill="hold">
                                          <p:stCondLst>
                                            <p:cond delay="0"/>
                                          </p:stCondLst>
                                        </p:cTn>
                                        <p:tgtEl>
                                          <p:spTgt spid="7">
                                            <p:graphicEl>
                                              <a:dgm id="{0AC9FBA2-308D-4E44-99F0-8D3A0760FEC0}"/>
                                            </p:graphicEl>
                                          </p:spTgt>
                                        </p:tgtEl>
                                        <p:attrNameLst>
                                          <p:attrName>style.visibility</p:attrName>
                                        </p:attrNameLst>
                                      </p:cBhvr>
                                      <p:to>
                                        <p:strVal val="visible"/>
                                      </p:to>
                                    </p:set>
                                    <p:animEffect transition="in" filter="fade">
                                      <p:cBhvr>
                                        <p:cTn id="60" dur="500"/>
                                        <p:tgtEl>
                                          <p:spTgt spid="7">
                                            <p:graphicEl>
                                              <a:dgm id="{0AC9FBA2-308D-4E44-99F0-8D3A0760FEC0}"/>
                                            </p:graphicEl>
                                          </p:spTgt>
                                        </p:tgtEl>
                                      </p:cBhvr>
                                    </p:animEffect>
                                  </p:childTnLst>
                                </p:cTn>
                              </p:par>
                              <p:par>
                                <p:cTn id="61" presetID="10" presetClass="entr" presetSubtype="0" fill="hold" grpId="0" nodeType="withEffect">
                                  <p:stCondLst>
                                    <p:cond delay="0"/>
                                  </p:stCondLst>
                                  <p:iterate type="wd">
                                    <p:tmPct val="10000"/>
                                  </p:iterate>
                                  <p:childTnLst>
                                    <p:set>
                                      <p:cBhvr>
                                        <p:cTn id="62" dur="1" fill="hold">
                                          <p:stCondLst>
                                            <p:cond delay="0"/>
                                          </p:stCondLst>
                                        </p:cTn>
                                        <p:tgtEl>
                                          <p:spTgt spid="7">
                                            <p:graphicEl>
                                              <a:dgm id="{CD14FAB0-F27E-4751-8DC5-88D2ABADE1CE}"/>
                                            </p:graphicEl>
                                          </p:spTgt>
                                        </p:tgtEl>
                                        <p:attrNameLst>
                                          <p:attrName>style.visibility</p:attrName>
                                        </p:attrNameLst>
                                      </p:cBhvr>
                                      <p:to>
                                        <p:strVal val="visible"/>
                                      </p:to>
                                    </p:set>
                                    <p:animEffect transition="in" filter="fade">
                                      <p:cBhvr>
                                        <p:cTn id="63" dur="500"/>
                                        <p:tgtEl>
                                          <p:spTgt spid="7">
                                            <p:graphicEl>
                                              <a:dgm id="{CD14FAB0-F27E-4751-8DC5-88D2ABADE1CE}"/>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iterate type="wd">
                                    <p:tmPct val="10000"/>
                                  </p:iterate>
                                  <p:childTnLst>
                                    <p:set>
                                      <p:cBhvr>
                                        <p:cTn id="67" dur="1" fill="hold">
                                          <p:stCondLst>
                                            <p:cond delay="0"/>
                                          </p:stCondLst>
                                        </p:cTn>
                                        <p:tgtEl>
                                          <p:spTgt spid="7">
                                            <p:graphicEl>
                                              <a:dgm id="{CC448B56-83B4-4684-8422-101C49072478}"/>
                                            </p:graphicEl>
                                          </p:spTgt>
                                        </p:tgtEl>
                                        <p:attrNameLst>
                                          <p:attrName>style.visibility</p:attrName>
                                        </p:attrNameLst>
                                      </p:cBhvr>
                                      <p:to>
                                        <p:strVal val="visible"/>
                                      </p:to>
                                    </p:set>
                                    <p:animEffect transition="in" filter="fade">
                                      <p:cBhvr>
                                        <p:cTn id="68" dur="500"/>
                                        <p:tgtEl>
                                          <p:spTgt spid="7">
                                            <p:graphicEl>
                                              <a:dgm id="{CC448B56-83B4-4684-8422-101C49072478}"/>
                                            </p:graphicEl>
                                          </p:spTgt>
                                        </p:tgtEl>
                                      </p:cBhvr>
                                    </p:animEffect>
                                  </p:childTnLst>
                                </p:cTn>
                              </p:par>
                              <p:par>
                                <p:cTn id="69" presetID="10" presetClass="entr" presetSubtype="0" fill="hold" grpId="0" nodeType="withEffect">
                                  <p:stCondLst>
                                    <p:cond delay="0"/>
                                  </p:stCondLst>
                                  <p:iterate type="wd">
                                    <p:tmPct val="10000"/>
                                  </p:iterate>
                                  <p:childTnLst>
                                    <p:set>
                                      <p:cBhvr>
                                        <p:cTn id="70" dur="1" fill="hold">
                                          <p:stCondLst>
                                            <p:cond delay="0"/>
                                          </p:stCondLst>
                                        </p:cTn>
                                        <p:tgtEl>
                                          <p:spTgt spid="7">
                                            <p:graphicEl>
                                              <a:dgm id="{B64355F9-431B-4A82-BB3A-F8353F0F261F}"/>
                                            </p:graphicEl>
                                          </p:spTgt>
                                        </p:tgtEl>
                                        <p:attrNameLst>
                                          <p:attrName>style.visibility</p:attrName>
                                        </p:attrNameLst>
                                      </p:cBhvr>
                                      <p:to>
                                        <p:strVal val="visible"/>
                                      </p:to>
                                    </p:set>
                                    <p:animEffect transition="in" filter="fade">
                                      <p:cBhvr>
                                        <p:cTn id="71" dur="500"/>
                                        <p:tgtEl>
                                          <p:spTgt spid="7">
                                            <p:graphicEl>
                                              <a:dgm id="{B64355F9-431B-4A82-BB3A-F8353F0F261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7"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6" name="Rectangle 20">
            <a:extLst>
              <a:ext uri="{FF2B5EF4-FFF2-40B4-BE49-F238E27FC236}">
                <a16:creationId xmlns:a16="http://schemas.microsoft.com/office/drawing/2014/main" id="{CF4680D4-DEE2-49EE-AF90-EFEAF50AE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876939"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FFA53D-E301-EE6F-0160-CC2A99947713}"/>
              </a:ext>
            </a:extLst>
          </p:cNvPr>
          <p:cNvSpPr>
            <a:spLocks noGrp="1"/>
          </p:cNvSpPr>
          <p:nvPr>
            <p:ph type="title"/>
          </p:nvPr>
        </p:nvSpPr>
        <p:spPr>
          <a:xfrm>
            <a:off x="804671" y="1290025"/>
            <a:ext cx="5291327" cy="1188720"/>
          </a:xfrm>
          <a:solidFill>
            <a:srgbClr val="FFFFFF"/>
          </a:solidFill>
          <a:ln>
            <a:solidFill>
              <a:srgbClr val="404040"/>
            </a:solidFill>
          </a:ln>
        </p:spPr>
        <p:txBody>
          <a:bodyPr>
            <a:normAutofit/>
          </a:bodyPr>
          <a:lstStyle/>
          <a:p>
            <a:r>
              <a:rPr lang="en-GB" b="1" kern="1800" dirty="0">
                <a:effectLst/>
                <a:latin typeface="Arial" panose="020B0604020202020204" pitchFamily="34" charset="0"/>
                <a:ea typeface="Times New Roman" panose="02020603050405020304" pitchFamily="18" charset="0"/>
                <a:cs typeface="Times New Roman" panose="02020603050405020304" pitchFamily="18" charset="0"/>
              </a:rPr>
              <a:t>Empathy in Customer Service</a:t>
            </a:r>
            <a:endParaRPr lang="en-GB" dirty="0"/>
          </a:p>
        </p:txBody>
      </p:sp>
      <p:sp>
        <p:nvSpPr>
          <p:cNvPr id="3" name="Content Placeholder 2">
            <a:extLst>
              <a:ext uri="{FF2B5EF4-FFF2-40B4-BE49-F238E27FC236}">
                <a16:creationId xmlns:a16="http://schemas.microsoft.com/office/drawing/2014/main" id="{73AD2E29-49C0-CA3C-79F3-082E86E2583F}"/>
              </a:ext>
            </a:extLst>
          </p:cNvPr>
          <p:cNvSpPr>
            <a:spLocks noGrp="1"/>
          </p:cNvSpPr>
          <p:nvPr>
            <p:ph idx="1"/>
          </p:nvPr>
        </p:nvSpPr>
        <p:spPr>
          <a:xfrm>
            <a:off x="804671" y="2858703"/>
            <a:ext cx="5285791" cy="3042547"/>
          </a:xfrm>
        </p:spPr>
        <p:txBody>
          <a:bodyPr>
            <a:normAutofit/>
          </a:bodyPr>
          <a:lstStyle/>
          <a:p>
            <a:pPr>
              <a:spcAft>
                <a:spcPts val="800"/>
              </a:spcAft>
            </a:pPr>
            <a:endParaRPr lang="en-GB" kern="1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GB" kern="0" dirty="0">
                <a:solidFill>
                  <a:srgbClr val="FFFFFF"/>
                </a:solidFill>
                <a:effectLst/>
                <a:latin typeface="Merriweather" panose="00000500000000000000" pitchFamily="2" charset="0"/>
                <a:ea typeface="Times New Roman" panose="02020603050405020304" pitchFamily="18" charset="0"/>
                <a:cs typeface="Times New Roman" panose="02020603050405020304" pitchFamily="18" charset="0"/>
              </a:rPr>
              <a:t>In customer service, empathy is the ability to have a human interaction with a customer where you would intentionally put yourself in the customer’s shoes to understand their issue and find the best possible solution for your customers. Let’s look at an example of empathy in customer service for a better understanding.</a:t>
            </a:r>
            <a:endParaRPr lang="en-GB" kern="1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solidFill>
                <a:srgbClr val="FFFFFF"/>
              </a:solidFill>
            </a:endParaRPr>
          </a:p>
        </p:txBody>
      </p:sp>
      <p:sp>
        <p:nvSpPr>
          <p:cNvPr id="23" name="Rectangle 22">
            <a:extLst>
              <a:ext uri="{FF2B5EF4-FFF2-40B4-BE49-F238E27FC236}">
                <a16:creationId xmlns:a16="http://schemas.microsoft.com/office/drawing/2014/main" id="{50C52EE1-5085-4960-AD29-A926E62E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640080"/>
            <a:ext cx="4017264"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D15AA94-C237-4412-B37B-EB317D2B0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0772" y="806357"/>
            <a:ext cx="3685032"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7" descr="Call center">
            <a:extLst>
              <a:ext uri="{FF2B5EF4-FFF2-40B4-BE49-F238E27FC236}">
                <a16:creationId xmlns:a16="http://schemas.microsoft.com/office/drawing/2014/main" id="{5FB49D8E-2DBD-B7FE-6F4F-236FBA4FCD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65364" y="1592741"/>
            <a:ext cx="3355848" cy="3355848"/>
          </a:xfrm>
          <a:prstGeom prst="rect">
            <a:avLst/>
          </a:prstGeom>
        </p:spPr>
      </p:pic>
    </p:spTree>
    <p:extLst>
      <p:ext uri="{BB962C8B-B14F-4D97-AF65-F5344CB8AC3E}">
        <p14:creationId xmlns:p14="http://schemas.microsoft.com/office/powerpoint/2010/main" val="381352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iterate type="wd">
                                    <p:tmPct val="10000"/>
                                  </p:iterate>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3" name="Rectangle 49">
            <a:extLst>
              <a:ext uri="{FF2B5EF4-FFF2-40B4-BE49-F238E27FC236}">
                <a16:creationId xmlns:a16="http://schemas.microsoft.com/office/drawing/2014/main" id="{BF8EF676-4603-4796-AE25-423133B23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5061" y="-2"/>
            <a:ext cx="6876939"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F0B4AB-4B17-6556-2B39-DE4BDA811139}"/>
              </a:ext>
            </a:extLst>
          </p:cNvPr>
          <p:cNvSpPr>
            <a:spLocks noGrp="1"/>
          </p:cNvSpPr>
          <p:nvPr>
            <p:ph type="title"/>
          </p:nvPr>
        </p:nvSpPr>
        <p:spPr>
          <a:xfrm>
            <a:off x="6107866" y="2426225"/>
            <a:ext cx="5291327" cy="1188720"/>
          </a:xfrm>
          <a:solidFill>
            <a:srgbClr val="FFFFFF"/>
          </a:solidFill>
          <a:ln>
            <a:solidFill>
              <a:srgbClr val="404040"/>
            </a:solidFill>
          </a:ln>
        </p:spPr>
        <p:txBody>
          <a:bodyPr vert="horz" lIns="274320" tIns="182880" rIns="274320" bIns="182880" rtlCol="0" anchorCtr="1">
            <a:normAutofit/>
          </a:bodyPr>
          <a:lstStyle/>
          <a:p>
            <a:r>
              <a:rPr lang="en-US" dirty="0"/>
              <a:t>Example </a:t>
            </a:r>
          </a:p>
        </p:txBody>
      </p:sp>
      <p:sp>
        <p:nvSpPr>
          <p:cNvPr id="52" name="Rectangle 51">
            <a:extLst>
              <a:ext uri="{FF2B5EF4-FFF2-40B4-BE49-F238E27FC236}">
                <a16:creationId xmlns:a16="http://schemas.microsoft.com/office/drawing/2014/main" id="{D6F5097A-7FDC-4B43-A2E4-FC428D8AC4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665" y="640080"/>
            <a:ext cx="4017264"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8BB17DCE-94D1-4510-95BB-E4F639C92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9781" y="806357"/>
            <a:ext cx="3685032"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E3B83ACD-9E2E-9EA5-7DD4-8A94B3018D3B}"/>
              </a:ext>
            </a:extLst>
          </p:cNvPr>
          <p:cNvPicPr>
            <a:picLocks noChangeAspect="1"/>
          </p:cNvPicPr>
          <p:nvPr/>
        </p:nvPicPr>
        <p:blipFill rotWithShape="1">
          <a:blip r:embed="rId2">
            <a:extLst>
              <a:ext uri="{28A0092B-C50C-407E-A947-70E740481C1C}">
                <a14:useLocalDpi xmlns:a14="http://schemas.microsoft.com/office/drawing/2010/main" val="0"/>
              </a:ext>
            </a:extLst>
          </a:blip>
          <a:srcRect l="2025" r="3679" b="2"/>
          <a:stretch/>
        </p:blipFill>
        <p:spPr>
          <a:xfrm>
            <a:off x="1149821" y="3261349"/>
            <a:ext cx="3044952" cy="2063834"/>
          </a:xfrm>
          <a:prstGeom prst="rect">
            <a:avLst/>
          </a:prstGeom>
        </p:spPr>
      </p:pic>
      <p:pic>
        <p:nvPicPr>
          <p:cNvPr id="4" name="Content Placeholder 3" descr="Text&#10;&#10;Description automatically generated">
            <a:extLst>
              <a:ext uri="{FF2B5EF4-FFF2-40B4-BE49-F238E27FC236}">
                <a16:creationId xmlns:a16="http://schemas.microsoft.com/office/drawing/2014/main" id="{072CBDF0-AF67-2176-E838-DE71BCA67C51}"/>
              </a:ext>
            </a:extLst>
          </p:cNvPr>
          <p:cNvPicPr>
            <a:picLocks noChangeAspect="1"/>
          </p:cNvPicPr>
          <p:nvPr/>
        </p:nvPicPr>
        <p:blipFill rotWithShape="1">
          <a:blip r:embed="rId3">
            <a:extLst>
              <a:ext uri="{28A0092B-C50C-407E-A947-70E740481C1C}">
                <a14:useLocalDpi xmlns:a14="http://schemas.microsoft.com/office/drawing/2010/main" val="0"/>
              </a:ext>
            </a:extLst>
          </a:blip>
          <a:srcRect l="2818" r="5724" b="-1"/>
          <a:stretch/>
        </p:blipFill>
        <p:spPr>
          <a:xfrm>
            <a:off x="1149821" y="956750"/>
            <a:ext cx="3044951" cy="2063835"/>
          </a:xfrm>
          <a:prstGeom prst="rect">
            <a:avLst/>
          </a:prstGeom>
        </p:spPr>
      </p:pic>
    </p:spTree>
    <p:extLst>
      <p:ext uri="{BB962C8B-B14F-4D97-AF65-F5344CB8AC3E}">
        <p14:creationId xmlns:p14="http://schemas.microsoft.com/office/powerpoint/2010/main" val="135780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D716C-E1C3-0344-B0F3-4538A8C52A55}"/>
              </a:ext>
            </a:extLst>
          </p:cNvPr>
          <p:cNvSpPr>
            <a:spLocks noGrp="1"/>
          </p:cNvSpPr>
          <p:nvPr>
            <p:ph type="title"/>
          </p:nvPr>
        </p:nvSpPr>
        <p:spPr>
          <a:xfrm>
            <a:off x="8181171" y="2681103"/>
            <a:ext cx="3363974" cy="1495794"/>
          </a:xfrm>
          <a:noFill/>
          <a:ln>
            <a:solidFill>
              <a:srgbClr val="FFFFFF"/>
            </a:solidFill>
          </a:ln>
        </p:spPr>
        <p:txBody>
          <a:bodyPr wrap="square">
            <a:normAutofit/>
          </a:bodyPr>
          <a:lstStyle/>
          <a:p>
            <a:r>
              <a:rPr lang="en-GB" sz="1800" b="1" kern="0"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Why is empathy important in customer service?</a:t>
            </a:r>
            <a:br>
              <a:rPr lang="en-GB" sz="1800" kern="1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en-GB" sz="1800" dirty="0">
              <a:solidFill>
                <a:srgbClr val="FFFFFF"/>
              </a:solidFill>
            </a:endParaRPr>
          </a:p>
        </p:txBody>
      </p:sp>
      <p:graphicFrame>
        <p:nvGraphicFramePr>
          <p:cNvPr id="40" name="Content Placeholder 2">
            <a:extLst>
              <a:ext uri="{FF2B5EF4-FFF2-40B4-BE49-F238E27FC236}">
                <a16:creationId xmlns:a16="http://schemas.microsoft.com/office/drawing/2014/main" id="{11CC15A0-794F-AEFA-54BE-39059A9F2E40}"/>
              </a:ext>
            </a:extLst>
          </p:cNvPr>
          <p:cNvGraphicFramePr>
            <a:graphicFrameLocks noGrp="1"/>
          </p:cNvGraphicFramePr>
          <p:nvPr>
            <p:ph idx="1"/>
            <p:extLst>
              <p:ext uri="{D42A27DB-BD31-4B8C-83A1-F6EECF244321}">
                <p14:modId xmlns:p14="http://schemas.microsoft.com/office/powerpoint/2010/main" val="2787196773"/>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829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0">
                                            <p:graphicEl>
                                              <a:dgm id="{CDC113EC-001C-45BF-A612-CDC2AA2A6D0B}"/>
                                            </p:graphicEl>
                                          </p:spTgt>
                                        </p:tgtEl>
                                        <p:attrNameLst>
                                          <p:attrName>style.visibility</p:attrName>
                                        </p:attrNameLst>
                                      </p:cBhvr>
                                      <p:to>
                                        <p:strVal val="visible"/>
                                      </p:to>
                                    </p:set>
                                    <p:animEffect transition="in" filter="fade">
                                      <p:cBhvr>
                                        <p:cTn id="12" dur="500"/>
                                        <p:tgtEl>
                                          <p:spTgt spid="40">
                                            <p:graphicEl>
                                              <a:dgm id="{CDC113EC-001C-45BF-A612-CDC2AA2A6D0B}"/>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0">
                                            <p:graphicEl>
                                              <a:dgm id="{5ED2E87E-FD5E-480A-A090-EC49E839FEE3}"/>
                                            </p:graphicEl>
                                          </p:spTgt>
                                        </p:tgtEl>
                                        <p:attrNameLst>
                                          <p:attrName>style.visibility</p:attrName>
                                        </p:attrNameLst>
                                      </p:cBhvr>
                                      <p:to>
                                        <p:strVal val="visible"/>
                                      </p:to>
                                    </p:set>
                                    <p:animEffect transition="in" filter="fade">
                                      <p:cBhvr>
                                        <p:cTn id="17" dur="500"/>
                                        <p:tgtEl>
                                          <p:spTgt spid="40">
                                            <p:graphicEl>
                                              <a:dgm id="{5ED2E87E-FD5E-480A-A090-EC49E839FEE3}"/>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wd">
                                    <p:tmPct val="10000"/>
                                  </p:iterate>
                                  <p:childTnLst>
                                    <p:set>
                                      <p:cBhvr>
                                        <p:cTn id="21" dur="1" fill="hold">
                                          <p:stCondLst>
                                            <p:cond delay="0"/>
                                          </p:stCondLst>
                                        </p:cTn>
                                        <p:tgtEl>
                                          <p:spTgt spid="40">
                                            <p:graphicEl>
                                              <a:dgm id="{2917BB17-1E19-4A60-851B-EEC4771B7CDB}"/>
                                            </p:graphicEl>
                                          </p:spTgt>
                                        </p:tgtEl>
                                        <p:attrNameLst>
                                          <p:attrName>style.visibility</p:attrName>
                                        </p:attrNameLst>
                                      </p:cBhvr>
                                      <p:to>
                                        <p:strVal val="visible"/>
                                      </p:to>
                                    </p:set>
                                    <p:animEffect transition="in" filter="fade">
                                      <p:cBhvr>
                                        <p:cTn id="22" dur="500"/>
                                        <p:tgtEl>
                                          <p:spTgt spid="40">
                                            <p:graphicEl>
                                              <a:dgm id="{2917BB17-1E19-4A60-851B-EEC4771B7CD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wd">
                                    <p:tmPct val="10000"/>
                                  </p:iterate>
                                  <p:childTnLst>
                                    <p:set>
                                      <p:cBhvr>
                                        <p:cTn id="26" dur="1" fill="hold">
                                          <p:stCondLst>
                                            <p:cond delay="0"/>
                                          </p:stCondLst>
                                        </p:cTn>
                                        <p:tgtEl>
                                          <p:spTgt spid="40">
                                            <p:graphicEl>
                                              <a:dgm id="{D8DDB764-4FE0-49FB-A0F7-D9F55DAB9C32}"/>
                                            </p:graphicEl>
                                          </p:spTgt>
                                        </p:tgtEl>
                                        <p:attrNameLst>
                                          <p:attrName>style.visibility</p:attrName>
                                        </p:attrNameLst>
                                      </p:cBhvr>
                                      <p:to>
                                        <p:strVal val="visible"/>
                                      </p:to>
                                    </p:set>
                                    <p:animEffect transition="in" filter="fade">
                                      <p:cBhvr>
                                        <p:cTn id="27" dur="500"/>
                                        <p:tgtEl>
                                          <p:spTgt spid="40">
                                            <p:graphicEl>
                                              <a:dgm id="{D8DDB764-4FE0-49FB-A0F7-D9F55DAB9C3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wd">
                                    <p:tmPct val="10000"/>
                                  </p:iterate>
                                  <p:childTnLst>
                                    <p:set>
                                      <p:cBhvr>
                                        <p:cTn id="31" dur="1" fill="hold">
                                          <p:stCondLst>
                                            <p:cond delay="0"/>
                                          </p:stCondLst>
                                        </p:cTn>
                                        <p:tgtEl>
                                          <p:spTgt spid="40">
                                            <p:graphicEl>
                                              <a:dgm id="{3A3C4C5A-284E-4D84-8815-D08A60DD73D4}"/>
                                            </p:graphicEl>
                                          </p:spTgt>
                                        </p:tgtEl>
                                        <p:attrNameLst>
                                          <p:attrName>style.visibility</p:attrName>
                                        </p:attrNameLst>
                                      </p:cBhvr>
                                      <p:to>
                                        <p:strVal val="visible"/>
                                      </p:to>
                                    </p:set>
                                    <p:animEffect transition="in" filter="fade">
                                      <p:cBhvr>
                                        <p:cTn id="32" dur="500"/>
                                        <p:tgtEl>
                                          <p:spTgt spid="40">
                                            <p:graphicEl>
                                              <a:dgm id="{3A3C4C5A-284E-4D84-8815-D08A60DD73D4}"/>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wd">
                                    <p:tmPct val="10000"/>
                                  </p:iterate>
                                  <p:childTnLst>
                                    <p:set>
                                      <p:cBhvr>
                                        <p:cTn id="36" dur="1" fill="hold">
                                          <p:stCondLst>
                                            <p:cond delay="0"/>
                                          </p:stCondLst>
                                        </p:cTn>
                                        <p:tgtEl>
                                          <p:spTgt spid="40">
                                            <p:graphicEl>
                                              <a:dgm id="{D4B93C86-1E50-4EED-8024-581A589F9630}"/>
                                            </p:graphicEl>
                                          </p:spTgt>
                                        </p:tgtEl>
                                        <p:attrNameLst>
                                          <p:attrName>style.visibility</p:attrName>
                                        </p:attrNameLst>
                                      </p:cBhvr>
                                      <p:to>
                                        <p:strVal val="visible"/>
                                      </p:to>
                                    </p:set>
                                    <p:animEffect transition="in" filter="fade">
                                      <p:cBhvr>
                                        <p:cTn id="37" dur="500"/>
                                        <p:tgtEl>
                                          <p:spTgt spid="40">
                                            <p:graphicEl>
                                              <a:dgm id="{D4B93C86-1E50-4EED-8024-581A589F9630}"/>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iterate type="wd">
                                    <p:tmPct val="10000"/>
                                  </p:iterate>
                                  <p:childTnLst>
                                    <p:set>
                                      <p:cBhvr>
                                        <p:cTn id="41" dur="1" fill="hold">
                                          <p:stCondLst>
                                            <p:cond delay="0"/>
                                          </p:stCondLst>
                                        </p:cTn>
                                        <p:tgtEl>
                                          <p:spTgt spid="40">
                                            <p:graphicEl>
                                              <a:dgm id="{1D1DA663-D274-497A-87D5-D6AC1F4191D8}"/>
                                            </p:graphicEl>
                                          </p:spTgt>
                                        </p:tgtEl>
                                        <p:attrNameLst>
                                          <p:attrName>style.visibility</p:attrName>
                                        </p:attrNameLst>
                                      </p:cBhvr>
                                      <p:to>
                                        <p:strVal val="visible"/>
                                      </p:to>
                                    </p:set>
                                    <p:animEffect transition="in" filter="fade">
                                      <p:cBhvr>
                                        <p:cTn id="42" dur="500"/>
                                        <p:tgtEl>
                                          <p:spTgt spid="40">
                                            <p:graphicEl>
                                              <a:dgm id="{1D1DA663-D274-497A-87D5-D6AC1F4191D8}"/>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wd">
                                    <p:tmPct val="10000"/>
                                  </p:iterate>
                                  <p:childTnLst>
                                    <p:set>
                                      <p:cBhvr>
                                        <p:cTn id="46" dur="1" fill="hold">
                                          <p:stCondLst>
                                            <p:cond delay="0"/>
                                          </p:stCondLst>
                                        </p:cTn>
                                        <p:tgtEl>
                                          <p:spTgt spid="40">
                                            <p:graphicEl>
                                              <a:dgm id="{DA324122-FCA9-4034-980C-5E96DD1C5163}"/>
                                            </p:graphicEl>
                                          </p:spTgt>
                                        </p:tgtEl>
                                        <p:attrNameLst>
                                          <p:attrName>style.visibility</p:attrName>
                                        </p:attrNameLst>
                                      </p:cBhvr>
                                      <p:to>
                                        <p:strVal val="visible"/>
                                      </p:to>
                                    </p:set>
                                    <p:animEffect transition="in" filter="fade">
                                      <p:cBhvr>
                                        <p:cTn id="47" dur="500"/>
                                        <p:tgtEl>
                                          <p:spTgt spid="40">
                                            <p:graphicEl>
                                              <a:dgm id="{DA324122-FCA9-4034-980C-5E96DD1C5163}"/>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iterate type="wd">
                                    <p:tmPct val="10000"/>
                                  </p:iterate>
                                  <p:childTnLst>
                                    <p:set>
                                      <p:cBhvr>
                                        <p:cTn id="51" dur="1" fill="hold">
                                          <p:stCondLst>
                                            <p:cond delay="0"/>
                                          </p:stCondLst>
                                        </p:cTn>
                                        <p:tgtEl>
                                          <p:spTgt spid="40">
                                            <p:graphicEl>
                                              <a:dgm id="{59ECFCE0-59AB-4C4E-93C4-339C09AD9B44}"/>
                                            </p:graphicEl>
                                          </p:spTgt>
                                        </p:tgtEl>
                                        <p:attrNameLst>
                                          <p:attrName>style.visibility</p:attrName>
                                        </p:attrNameLst>
                                      </p:cBhvr>
                                      <p:to>
                                        <p:strVal val="visible"/>
                                      </p:to>
                                    </p:set>
                                    <p:animEffect transition="in" filter="fade">
                                      <p:cBhvr>
                                        <p:cTn id="52" dur="500"/>
                                        <p:tgtEl>
                                          <p:spTgt spid="40">
                                            <p:graphicEl>
                                              <a:dgm id="{59ECFCE0-59AB-4C4E-93C4-339C09AD9B4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40" grpId="0" uiExpand="1">
        <p:bldSub>
          <a:bldDgm bld="lvl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0">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436B90-438B-0E08-B86F-2F5E39D8CF17}"/>
              </a:ext>
            </a:extLst>
          </p:cNvPr>
          <p:cNvSpPr>
            <a:spLocks noGrp="1"/>
          </p:cNvSpPr>
          <p:nvPr>
            <p:ph type="title"/>
          </p:nvPr>
        </p:nvSpPr>
        <p:spPr>
          <a:xfrm>
            <a:off x="8181171" y="2681103"/>
            <a:ext cx="3363974" cy="1495794"/>
          </a:xfrm>
          <a:noFill/>
          <a:ln>
            <a:solidFill>
              <a:srgbClr val="FFFFFF"/>
            </a:solidFill>
          </a:ln>
        </p:spPr>
        <p:txBody>
          <a:bodyPr wrap="square">
            <a:normAutofit/>
          </a:bodyPr>
          <a:lstStyle/>
          <a:p>
            <a:r>
              <a:rPr lang="en-GB" sz="2600" b="1" kern="0"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Identifying an empathy problem</a:t>
            </a:r>
            <a:endParaRPr lang="en-GB" sz="2600" dirty="0">
              <a:solidFill>
                <a:srgbClr val="FFFFFF"/>
              </a:solidFill>
            </a:endParaRPr>
          </a:p>
        </p:txBody>
      </p:sp>
      <p:graphicFrame>
        <p:nvGraphicFramePr>
          <p:cNvPr id="10" name="Content Placeholder 2">
            <a:extLst>
              <a:ext uri="{FF2B5EF4-FFF2-40B4-BE49-F238E27FC236}">
                <a16:creationId xmlns:a16="http://schemas.microsoft.com/office/drawing/2014/main" id="{B939FF02-8B68-FAB4-A768-3D1CA00D4B9F}"/>
              </a:ext>
            </a:extLst>
          </p:cNvPr>
          <p:cNvGraphicFramePr>
            <a:graphicFrameLocks noGrp="1"/>
          </p:cNvGraphicFramePr>
          <p:nvPr>
            <p:ph idx="1"/>
            <p:extLst>
              <p:ext uri="{D42A27DB-BD31-4B8C-83A1-F6EECF244321}">
                <p14:modId xmlns:p14="http://schemas.microsoft.com/office/powerpoint/2010/main" val="3463725699"/>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744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10">
                                            <p:graphicEl>
                                              <a:dgm id="{A290080C-BC25-4CB4-BAD6-6AF05D07AD64}"/>
                                            </p:graphicEl>
                                          </p:spTgt>
                                        </p:tgtEl>
                                        <p:attrNameLst>
                                          <p:attrName>style.visibility</p:attrName>
                                        </p:attrNameLst>
                                      </p:cBhvr>
                                      <p:to>
                                        <p:strVal val="visible"/>
                                      </p:to>
                                    </p:set>
                                    <p:animEffect transition="in" filter="fade">
                                      <p:cBhvr>
                                        <p:cTn id="12" dur="500"/>
                                        <p:tgtEl>
                                          <p:spTgt spid="10">
                                            <p:graphicEl>
                                              <a:dgm id="{A290080C-BC25-4CB4-BAD6-6AF05D07AD64}"/>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10">
                                            <p:graphicEl>
                                              <a:dgm id="{C57612FC-584F-4BD0-8DE9-0F0D868316A6}"/>
                                            </p:graphicEl>
                                          </p:spTgt>
                                        </p:tgtEl>
                                        <p:attrNameLst>
                                          <p:attrName>style.visibility</p:attrName>
                                        </p:attrNameLst>
                                      </p:cBhvr>
                                      <p:to>
                                        <p:strVal val="visible"/>
                                      </p:to>
                                    </p:set>
                                    <p:animEffect transition="in" filter="fade">
                                      <p:cBhvr>
                                        <p:cTn id="17" dur="500"/>
                                        <p:tgtEl>
                                          <p:spTgt spid="10">
                                            <p:graphicEl>
                                              <a:dgm id="{C57612FC-584F-4BD0-8DE9-0F0D868316A6}"/>
                                            </p:graphicEl>
                                          </p:spTgt>
                                        </p:tgtEl>
                                      </p:cBhvr>
                                    </p:animEffect>
                                  </p:childTnLst>
                                </p:cTn>
                              </p:par>
                              <p:par>
                                <p:cTn id="18" presetID="10" presetClass="entr" presetSubtype="0" fill="hold" grpId="0" nodeType="withEffect">
                                  <p:stCondLst>
                                    <p:cond delay="0"/>
                                  </p:stCondLst>
                                  <p:iterate type="wd">
                                    <p:tmPct val="10000"/>
                                  </p:iterate>
                                  <p:childTnLst>
                                    <p:set>
                                      <p:cBhvr>
                                        <p:cTn id="19" dur="1" fill="hold">
                                          <p:stCondLst>
                                            <p:cond delay="0"/>
                                          </p:stCondLst>
                                        </p:cTn>
                                        <p:tgtEl>
                                          <p:spTgt spid="10">
                                            <p:graphicEl>
                                              <a:dgm id="{EE3F296D-3E30-4CC2-B330-D7E578FDC4C0}"/>
                                            </p:graphicEl>
                                          </p:spTgt>
                                        </p:tgtEl>
                                        <p:attrNameLst>
                                          <p:attrName>style.visibility</p:attrName>
                                        </p:attrNameLst>
                                      </p:cBhvr>
                                      <p:to>
                                        <p:strVal val="visible"/>
                                      </p:to>
                                    </p:set>
                                    <p:animEffect transition="in" filter="fade">
                                      <p:cBhvr>
                                        <p:cTn id="20" dur="500"/>
                                        <p:tgtEl>
                                          <p:spTgt spid="10">
                                            <p:graphicEl>
                                              <a:dgm id="{EE3F296D-3E30-4CC2-B330-D7E578FDC4C0}"/>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iterate type="wd">
                                    <p:tmPct val="10000"/>
                                  </p:iterate>
                                  <p:childTnLst>
                                    <p:set>
                                      <p:cBhvr>
                                        <p:cTn id="24" dur="1" fill="hold">
                                          <p:stCondLst>
                                            <p:cond delay="0"/>
                                          </p:stCondLst>
                                        </p:cTn>
                                        <p:tgtEl>
                                          <p:spTgt spid="10">
                                            <p:graphicEl>
                                              <a:dgm id="{98F34A49-A201-47D7-8459-47ACBA900E93}"/>
                                            </p:graphicEl>
                                          </p:spTgt>
                                        </p:tgtEl>
                                        <p:attrNameLst>
                                          <p:attrName>style.visibility</p:attrName>
                                        </p:attrNameLst>
                                      </p:cBhvr>
                                      <p:to>
                                        <p:strVal val="visible"/>
                                      </p:to>
                                    </p:set>
                                    <p:animEffect transition="in" filter="fade">
                                      <p:cBhvr>
                                        <p:cTn id="25" dur="500"/>
                                        <p:tgtEl>
                                          <p:spTgt spid="10">
                                            <p:graphicEl>
                                              <a:dgm id="{98F34A49-A201-47D7-8459-47ACBA900E93}"/>
                                            </p:graphicEl>
                                          </p:spTgt>
                                        </p:tgtEl>
                                      </p:cBhvr>
                                    </p:animEffect>
                                  </p:childTnLst>
                                </p:cTn>
                              </p:par>
                              <p:par>
                                <p:cTn id="26" presetID="10" presetClass="entr" presetSubtype="0" fill="hold" grpId="0" nodeType="withEffect">
                                  <p:stCondLst>
                                    <p:cond delay="0"/>
                                  </p:stCondLst>
                                  <p:iterate type="wd">
                                    <p:tmPct val="10000"/>
                                  </p:iterate>
                                  <p:childTnLst>
                                    <p:set>
                                      <p:cBhvr>
                                        <p:cTn id="27" dur="1" fill="hold">
                                          <p:stCondLst>
                                            <p:cond delay="0"/>
                                          </p:stCondLst>
                                        </p:cTn>
                                        <p:tgtEl>
                                          <p:spTgt spid="10">
                                            <p:graphicEl>
                                              <a:dgm id="{2D9D6314-EE36-46FD-A59D-4ECADF198534}"/>
                                            </p:graphicEl>
                                          </p:spTgt>
                                        </p:tgtEl>
                                        <p:attrNameLst>
                                          <p:attrName>style.visibility</p:attrName>
                                        </p:attrNameLst>
                                      </p:cBhvr>
                                      <p:to>
                                        <p:strVal val="visible"/>
                                      </p:to>
                                    </p:set>
                                    <p:animEffect transition="in" filter="fade">
                                      <p:cBhvr>
                                        <p:cTn id="28" dur="500"/>
                                        <p:tgtEl>
                                          <p:spTgt spid="10">
                                            <p:graphicEl>
                                              <a:dgm id="{2D9D6314-EE36-46FD-A59D-4ECADF198534}"/>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iterate type="wd">
                                    <p:tmPct val="10000"/>
                                  </p:iterate>
                                  <p:childTnLst>
                                    <p:set>
                                      <p:cBhvr>
                                        <p:cTn id="32" dur="1" fill="hold">
                                          <p:stCondLst>
                                            <p:cond delay="0"/>
                                          </p:stCondLst>
                                        </p:cTn>
                                        <p:tgtEl>
                                          <p:spTgt spid="10">
                                            <p:graphicEl>
                                              <a:dgm id="{B721183B-620A-490B-A45A-B93E4F1350A5}"/>
                                            </p:graphicEl>
                                          </p:spTgt>
                                        </p:tgtEl>
                                        <p:attrNameLst>
                                          <p:attrName>style.visibility</p:attrName>
                                        </p:attrNameLst>
                                      </p:cBhvr>
                                      <p:to>
                                        <p:strVal val="visible"/>
                                      </p:to>
                                    </p:set>
                                    <p:animEffect transition="in" filter="fade">
                                      <p:cBhvr>
                                        <p:cTn id="33" dur="500"/>
                                        <p:tgtEl>
                                          <p:spTgt spid="10">
                                            <p:graphicEl>
                                              <a:dgm id="{B721183B-620A-490B-A45A-B93E4F1350A5}"/>
                                            </p:graphicEl>
                                          </p:spTgt>
                                        </p:tgtEl>
                                      </p:cBhvr>
                                    </p:animEffect>
                                  </p:childTnLst>
                                </p:cTn>
                              </p:par>
                              <p:par>
                                <p:cTn id="34" presetID="10" presetClass="entr" presetSubtype="0" fill="hold" grpId="0" nodeType="withEffect">
                                  <p:stCondLst>
                                    <p:cond delay="0"/>
                                  </p:stCondLst>
                                  <p:iterate type="wd">
                                    <p:tmPct val="10000"/>
                                  </p:iterate>
                                  <p:childTnLst>
                                    <p:set>
                                      <p:cBhvr>
                                        <p:cTn id="35" dur="1" fill="hold">
                                          <p:stCondLst>
                                            <p:cond delay="0"/>
                                          </p:stCondLst>
                                        </p:cTn>
                                        <p:tgtEl>
                                          <p:spTgt spid="10">
                                            <p:graphicEl>
                                              <a:dgm id="{FBE8F5BD-399D-4818-9CE5-27634D0D9FEC}"/>
                                            </p:graphicEl>
                                          </p:spTgt>
                                        </p:tgtEl>
                                        <p:attrNameLst>
                                          <p:attrName>style.visibility</p:attrName>
                                        </p:attrNameLst>
                                      </p:cBhvr>
                                      <p:to>
                                        <p:strVal val="visible"/>
                                      </p:to>
                                    </p:set>
                                    <p:animEffect transition="in" filter="fade">
                                      <p:cBhvr>
                                        <p:cTn id="36" dur="500"/>
                                        <p:tgtEl>
                                          <p:spTgt spid="10">
                                            <p:graphicEl>
                                              <a:dgm id="{FBE8F5BD-399D-4818-9CE5-27634D0D9FEC}"/>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iterate type="wd">
                                    <p:tmPct val="10000"/>
                                  </p:iterate>
                                  <p:childTnLst>
                                    <p:set>
                                      <p:cBhvr>
                                        <p:cTn id="40" dur="1" fill="hold">
                                          <p:stCondLst>
                                            <p:cond delay="0"/>
                                          </p:stCondLst>
                                        </p:cTn>
                                        <p:tgtEl>
                                          <p:spTgt spid="10">
                                            <p:graphicEl>
                                              <a:dgm id="{B425A76D-BCAB-415C-8BD4-7E049C86890D}"/>
                                            </p:graphicEl>
                                          </p:spTgt>
                                        </p:tgtEl>
                                        <p:attrNameLst>
                                          <p:attrName>style.visibility</p:attrName>
                                        </p:attrNameLst>
                                      </p:cBhvr>
                                      <p:to>
                                        <p:strVal val="visible"/>
                                      </p:to>
                                    </p:set>
                                    <p:animEffect transition="in" filter="fade">
                                      <p:cBhvr>
                                        <p:cTn id="41" dur="500"/>
                                        <p:tgtEl>
                                          <p:spTgt spid="10">
                                            <p:graphicEl>
                                              <a:dgm id="{B425A76D-BCAB-415C-8BD4-7E049C86890D}"/>
                                            </p:graphicEl>
                                          </p:spTgt>
                                        </p:tgtEl>
                                      </p:cBhvr>
                                    </p:animEffect>
                                  </p:childTnLst>
                                </p:cTn>
                              </p:par>
                              <p:par>
                                <p:cTn id="42" presetID="10" presetClass="entr" presetSubtype="0" fill="hold" grpId="0" nodeType="withEffect">
                                  <p:stCondLst>
                                    <p:cond delay="0"/>
                                  </p:stCondLst>
                                  <p:iterate type="wd">
                                    <p:tmPct val="10000"/>
                                  </p:iterate>
                                  <p:childTnLst>
                                    <p:set>
                                      <p:cBhvr>
                                        <p:cTn id="43" dur="1" fill="hold">
                                          <p:stCondLst>
                                            <p:cond delay="0"/>
                                          </p:stCondLst>
                                        </p:cTn>
                                        <p:tgtEl>
                                          <p:spTgt spid="10">
                                            <p:graphicEl>
                                              <a:dgm id="{61B40E79-C3FE-47DD-8809-E048904E022B}"/>
                                            </p:graphicEl>
                                          </p:spTgt>
                                        </p:tgtEl>
                                        <p:attrNameLst>
                                          <p:attrName>style.visibility</p:attrName>
                                        </p:attrNameLst>
                                      </p:cBhvr>
                                      <p:to>
                                        <p:strVal val="visible"/>
                                      </p:to>
                                    </p:set>
                                    <p:animEffect transition="in" filter="fade">
                                      <p:cBhvr>
                                        <p:cTn id="44" dur="500"/>
                                        <p:tgtEl>
                                          <p:spTgt spid="10">
                                            <p:graphicEl>
                                              <a:dgm id="{61B40E79-C3FE-47DD-8809-E048904E022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10"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B586-7BBA-00FE-8139-908DF5EA7368}"/>
              </a:ext>
            </a:extLst>
          </p:cNvPr>
          <p:cNvSpPr>
            <a:spLocks noGrp="1"/>
          </p:cNvSpPr>
          <p:nvPr>
            <p:ph type="title"/>
          </p:nvPr>
        </p:nvSpPr>
        <p:spPr>
          <a:xfrm>
            <a:off x="2231136" y="964692"/>
            <a:ext cx="7729728" cy="1188720"/>
          </a:xfrm>
        </p:spPr>
        <p:txBody>
          <a:bodyPr>
            <a:normAutofit/>
          </a:bodyPr>
          <a:lstStyle/>
          <a:p>
            <a:r>
              <a:rPr lang="en-GB" b="1" kern="0">
                <a:effectLst/>
                <a:latin typeface="Arial" panose="020B0604020202020204" pitchFamily="34" charset="0"/>
                <a:ea typeface="Times New Roman" panose="02020603050405020304" pitchFamily="18" charset="0"/>
                <a:cs typeface="Times New Roman" panose="02020603050405020304" pitchFamily="18" charset="0"/>
              </a:rPr>
              <a:t>How to build empathy?</a:t>
            </a:r>
            <a:endParaRPr lang="en-GB" dirty="0"/>
          </a:p>
        </p:txBody>
      </p:sp>
      <p:graphicFrame>
        <p:nvGraphicFramePr>
          <p:cNvPr id="5" name="Content Placeholder 2">
            <a:extLst>
              <a:ext uri="{FF2B5EF4-FFF2-40B4-BE49-F238E27FC236}">
                <a16:creationId xmlns:a16="http://schemas.microsoft.com/office/drawing/2014/main" id="{0FB029B7-0C3B-A1CA-B005-4F8383C8267A}"/>
              </a:ext>
            </a:extLst>
          </p:cNvPr>
          <p:cNvGraphicFramePr>
            <a:graphicFrameLocks noGrp="1"/>
          </p:cNvGraphicFramePr>
          <p:nvPr>
            <p:ph idx="1"/>
            <p:extLst>
              <p:ext uri="{D42A27DB-BD31-4B8C-83A1-F6EECF244321}">
                <p14:modId xmlns:p14="http://schemas.microsoft.com/office/powerpoint/2010/main" val="2235909129"/>
              </p:ext>
            </p:extLst>
          </p:nvPr>
        </p:nvGraphicFramePr>
        <p:xfrm>
          <a:off x="965201" y="2638425"/>
          <a:ext cx="10261600" cy="3101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90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5">
                                            <p:graphicEl>
                                              <a:dgm id="{20F93584-F465-4AC8-92D3-39A8A2EA311C}"/>
                                            </p:graphicEl>
                                          </p:spTgt>
                                        </p:tgtEl>
                                        <p:attrNameLst>
                                          <p:attrName>style.visibility</p:attrName>
                                        </p:attrNameLst>
                                      </p:cBhvr>
                                      <p:to>
                                        <p:strVal val="visible"/>
                                      </p:to>
                                    </p:set>
                                    <p:animEffect transition="in" filter="fade">
                                      <p:cBhvr>
                                        <p:cTn id="12" dur="500"/>
                                        <p:tgtEl>
                                          <p:spTgt spid="5">
                                            <p:graphicEl>
                                              <a:dgm id="{20F93584-F465-4AC8-92D3-39A8A2EA311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5">
                                            <p:graphicEl>
                                              <a:dgm id="{16811E12-E3F4-481C-8C20-3006AAA36315}"/>
                                            </p:graphicEl>
                                          </p:spTgt>
                                        </p:tgtEl>
                                        <p:attrNameLst>
                                          <p:attrName>style.visibility</p:attrName>
                                        </p:attrNameLst>
                                      </p:cBhvr>
                                      <p:to>
                                        <p:strVal val="visible"/>
                                      </p:to>
                                    </p:set>
                                    <p:animEffect transition="in" filter="fade">
                                      <p:cBhvr>
                                        <p:cTn id="17" dur="500"/>
                                        <p:tgtEl>
                                          <p:spTgt spid="5">
                                            <p:graphicEl>
                                              <a:dgm id="{16811E12-E3F4-481C-8C20-3006AAA36315}"/>
                                            </p:graphicEl>
                                          </p:spTgt>
                                        </p:tgtEl>
                                      </p:cBhvr>
                                    </p:animEffect>
                                  </p:childTnLst>
                                </p:cTn>
                              </p:par>
                              <p:par>
                                <p:cTn id="18" presetID="10" presetClass="entr" presetSubtype="0" fill="hold" grpId="0" nodeType="withEffect">
                                  <p:stCondLst>
                                    <p:cond delay="0"/>
                                  </p:stCondLst>
                                  <p:iterate type="wd">
                                    <p:tmPct val="10000"/>
                                  </p:iterate>
                                  <p:childTnLst>
                                    <p:set>
                                      <p:cBhvr>
                                        <p:cTn id="19" dur="1" fill="hold">
                                          <p:stCondLst>
                                            <p:cond delay="0"/>
                                          </p:stCondLst>
                                        </p:cTn>
                                        <p:tgtEl>
                                          <p:spTgt spid="5">
                                            <p:graphicEl>
                                              <a:dgm id="{E5CD6DBC-D158-4B93-884D-212A453C145E}"/>
                                            </p:graphicEl>
                                          </p:spTgt>
                                        </p:tgtEl>
                                        <p:attrNameLst>
                                          <p:attrName>style.visibility</p:attrName>
                                        </p:attrNameLst>
                                      </p:cBhvr>
                                      <p:to>
                                        <p:strVal val="visible"/>
                                      </p:to>
                                    </p:set>
                                    <p:animEffect transition="in" filter="fade">
                                      <p:cBhvr>
                                        <p:cTn id="20" dur="500"/>
                                        <p:tgtEl>
                                          <p:spTgt spid="5">
                                            <p:graphicEl>
                                              <a:dgm id="{E5CD6DBC-D158-4B93-884D-212A453C145E}"/>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iterate type="wd">
                                    <p:tmPct val="10000"/>
                                  </p:iterate>
                                  <p:childTnLst>
                                    <p:set>
                                      <p:cBhvr>
                                        <p:cTn id="24" dur="1" fill="hold">
                                          <p:stCondLst>
                                            <p:cond delay="0"/>
                                          </p:stCondLst>
                                        </p:cTn>
                                        <p:tgtEl>
                                          <p:spTgt spid="5">
                                            <p:graphicEl>
                                              <a:dgm id="{DA68AFE9-446A-41D0-BBB1-09A6CA5E48EE}"/>
                                            </p:graphicEl>
                                          </p:spTgt>
                                        </p:tgtEl>
                                        <p:attrNameLst>
                                          <p:attrName>style.visibility</p:attrName>
                                        </p:attrNameLst>
                                      </p:cBhvr>
                                      <p:to>
                                        <p:strVal val="visible"/>
                                      </p:to>
                                    </p:set>
                                    <p:animEffect transition="in" filter="fade">
                                      <p:cBhvr>
                                        <p:cTn id="25" dur="500"/>
                                        <p:tgtEl>
                                          <p:spTgt spid="5">
                                            <p:graphicEl>
                                              <a:dgm id="{DA68AFE9-446A-41D0-BBB1-09A6CA5E48EE}"/>
                                            </p:graphicEl>
                                          </p:spTgt>
                                        </p:tgtEl>
                                      </p:cBhvr>
                                    </p:animEffect>
                                  </p:childTnLst>
                                </p:cTn>
                              </p:par>
                              <p:par>
                                <p:cTn id="26" presetID="10" presetClass="entr" presetSubtype="0" fill="hold" grpId="0" nodeType="withEffect">
                                  <p:stCondLst>
                                    <p:cond delay="0"/>
                                  </p:stCondLst>
                                  <p:iterate type="wd">
                                    <p:tmPct val="10000"/>
                                  </p:iterate>
                                  <p:childTnLst>
                                    <p:set>
                                      <p:cBhvr>
                                        <p:cTn id="27" dur="1" fill="hold">
                                          <p:stCondLst>
                                            <p:cond delay="0"/>
                                          </p:stCondLst>
                                        </p:cTn>
                                        <p:tgtEl>
                                          <p:spTgt spid="5">
                                            <p:graphicEl>
                                              <a:dgm id="{F3B980CA-D589-44CA-9D6D-C5110783B6FA}"/>
                                            </p:graphicEl>
                                          </p:spTgt>
                                        </p:tgtEl>
                                        <p:attrNameLst>
                                          <p:attrName>style.visibility</p:attrName>
                                        </p:attrNameLst>
                                      </p:cBhvr>
                                      <p:to>
                                        <p:strVal val="visible"/>
                                      </p:to>
                                    </p:set>
                                    <p:animEffect transition="in" filter="fade">
                                      <p:cBhvr>
                                        <p:cTn id="28" dur="500"/>
                                        <p:tgtEl>
                                          <p:spTgt spid="5">
                                            <p:graphicEl>
                                              <a:dgm id="{F3B980CA-D589-44CA-9D6D-C5110783B6FA}"/>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iterate type="wd">
                                    <p:tmPct val="10000"/>
                                  </p:iterate>
                                  <p:childTnLst>
                                    <p:set>
                                      <p:cBhvr>
                                        <p:cTn id="32" dur="1" fill="hold">
                                          <p:stCondLst>
                                            <p:cond delay="0"/>
                                          </p:stCondLst>
                                        </p:cTn>
                                        <p:tgtEl>
                                          <p:spTgt spid="5">
                                            <p:graphicEl>
                                              <a:dgm id="{5656BC9C-5E7F-4762-944E-2E8B967412C6}"/>
                                            </p:graphicEl>
                                          </p:spTgt>
                                        </p:tgtEl>
                                        <p:attrNameLst>
                                          <p:attrName>style.visibility</p:attrName>
                                        </p:attrNameLst>
                                      </p:cBhvr>
                                      <p:to>
                                        <p:strVal val="visible"/>
                                      </p:to>
                                    </p:set>
                                    <p:animEffect transition="in" filter="fade">
                                      <p:cBhvr>
                                        <p:cTn id="33" dur="500"/>
                                        <p:tgtEl>
                                          <p:spTgt spid="5">
                                            <p:graphicEl>
                                              <a:dgm id="{5656BC9C-5E7F-4762-944E-2E8B967412C6}"/>
                                            </p:graphicEl>
                                          </p:spTgt>
                                        </p:tgtEl>
                                      </p:cBhvr>
                                    </p:animEffect>
                                  </p:childTnLst>
                                </p:cTn>
                              </p:par>
                              <p:par>
                                <p:cTn id="34" presetID="10" presetClass="entr" presetSubtype="0" fill="hold" grpId="0" nodeType="withEffect">
                                  <p:stCondLst>
                                    <p:cond delay="0"/>
                                  </p:stCondLst>
                                  <p:iterate type="wd">
                                    <p:tmPct val="10000"/>
                                  </p:iterate>
                                  <p:childTnLst>
                                    <p:set>
                                      <p:cBhvr>
                                        <p:cTn id="35" dur="1" fill="hold">
                                          <p:stCondLst>
                                            <p:cond delay="0"/>
                                          </p:stCondLst>
                                        </p:cTn>
                                        <p:tgtEl>
                                          <p:spTgt spid="5">
                                            <p:graphicEl>
                                              <a:dgm id="{782E8B47-6105-4BBE-8BA2-C94577A1DF72}"/>
                                            </p:graphicEl>
                                          </p:spTgt>
                                        </p:tgtEl>
                                        <p:attrNameLst>
                                          <p:attrName>style.visibility</p:attrName>
                                        </p:attrNameLst>
                                      </p:cBhvr>
                                      <p:to>
                                        <p:strVal val="visible"/>
                                      </p:to>
                                    </p:set>
                                    <p:animEffect transition="in" filter="fade">
                                      <p:cBhvr>
                                        <p:cTn id="36" dur="500"/>
                                        <p:tgtEl>
                                          <p:spTgt spid="5">
                                            <p:graphicEl>
                                              <a:dgm id="{782E8B47-6105-4BBE-8BA2-C94577A1DF72}"/>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iterate type="wd">
                                    <p:tmPct val="10000"/>
                                  </p:iterate>
                                  <p:childTnLst>
                                    <p:set>
                                      <p:cBhvr>
                                        <p:cTn id="40" dur="1" fill="hold">
                                          <p:stCondLst>
                                            <p:cond delay="0"/>
                                          </p:stCondLst>
                                        </p:cTn>
                                        <p:tgtEl>
                                          <p:spTgt spid="5">
                                            <p:graphicEl>
                                              <a:dgm id="{90AF9F71-7F54-4761-B090-FCA89D4007D9}"/>
                                            </p:graphicEl>
                                          </p:spTgt>
                                        </p:tgtEl>
                                        <p:attrNameLst>
                                          <p:attrName>style.visibility</p:attrName>
                                        </p:attrNameLst>
                                      </p:cBhvr>
                                      <p:to>
                                        <p:strVal val="visible"/>
                                      </p:to>
                                    </p:set>
                                    <p:animEffect transition="in" filter="fade">
                                      <p:cBhvr>
                                        <p:cTn id="41" dur="500"/>
                                        <p:tgtEl>
                                          <p:spTgt spid="5">
                                            <p:graphicEl>
                                              <a:dgm id="{90AF9F71-7F54-4761-B090-FCA89D4007D9}"/>
                                            </p:graphicEl>
                                          </p:spTgt>
                                        </p:tgtEl>
                                      </p:cBhvr>
                                    </p:animEffect>
                                  </p:childTnLst>
                                </p:cTn>
                              </p:par>
                              <p:par>
                                <p:cTn id="42" presetID="10" presetClass="entr" presetSubtype="0" fill="hold" grpId="0" nodeType="withEffect">
                                  <p:stCondLst>
                                    <p:cond delay="0"/>
                                  </p:stCondLst>
                                  <p:iterate type="wd">
                                    <p:tmPct val="10000"/>
                                  </p:iterate>
                                  <p:childTnLst>
                                    <p:set>
                                      <p:cBhvr>
                                        <p:cTn id="43" dur="1" fill="hold">
                                          <p:stCondLst>
                                            <p:cond delay="0"/>
                                          </p:stCondLst>
                                        </p:cTn>
                                        <p:tgtEl>
                                          <p:spTgt spid="5">
                                            <p:graphicEl>
                                              <a:dgm id="{D2438A92-1202-4D64-A99A-1D4DC6C561A4}"/>
                                            </p:graphicEl>
                                          </p:spTgt>
                                        </p:tgtEl>
                                        <p:attrNameLst>
                                          <p:attrName>style.visibility</p:attrName>
                                        </p:attrNameLst>
                                      </p:cBhvr>
                                      <p:to>
                                        <p:strVal val="visible"/>
                                      </p:to>
                                    </p:set>
                                    <p:animEffect transition="in" filter="fade">
                                      <p:cBhvr>
                                        <p:cTn id="44" dur="500"/>
                                        <p:tgtEl>
                                          <p:spTgt spid="5">
                                            <p:graphicEl>
                                              <a:dgm id="{D2438A92-1202-4D64-A99A-1D4DC6C561A4}"/>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iterate type="wd">
                                    <p:tmPct val="10000"/>
                                  </p:iterate>
                                  <p:childTnLst>
                                    <p:set>
                                      <p:cBhvr>
                                        <p:cTn id="48" dur="1" fill="hold">
                                          <p:stCondLst>
                                            <p:cond delay="0"/>
                                          </p:stCondLst>
                                        </p:cTn>
                                        <p:tgtEl>
                                          <p:spTgt spid="5">
                                            <p:graphicEl>
                                              <a:dgm id="{F7B48111-1BB8-4AFB-9BCC-2BD314B7149C}"/>
                                            </p:graphicEl>
                                          </p:spTgt>
                                        </p:tgtEl>
                                        <p:attrNameLst>
                                          <p:attrName>style.visibility</p:attrName>
                                        </p:attrNameLst>
                                      </p:cBhvr>
                                      <p:to>
                                        <p:strVal val="visible"/>
                                      </p:to>
                                    </p:set>
                                    <p:animEffect transition="in" filter="fade">
                                      <p:cBhvr>
                                        <p:cTn id="49" dur="500"/>
                                        <p:tgtEl>
                                          <p:spTgt spid="5">
                                            <p:graphicEl>
                                              <a:dgm id="{F7B48111-1BB8-4AFB-9BCC-2BD314B7149C}"/>
                                            </p:graphicEl>
                                          </p:spTgt>
                                        </p:tgtEl>
                                      </p:cBhvr>
                                    </p:animEffect>
                                  </p:childTnLst>
                                </p:cTn>
                              </p:par>
                              <p:par>
                                <p:cTn id="50" presetID="10" presetClass="entr" presetSubtype="0" fill="hold" grpId="0" nodeType="withEffect">
                                  <p:stCondLst>
                                    <p:cond delay="0"/>
                                  </p:stCondLst>
                                  <p:iterate type="wd">
                                    <p:tmPct val="10000"/>
                                  </p:iterate>
                                  <p:childTnLst>
                                    <p:set>
                                      <p:cBhvr>
                                        <p:cTn id="51" dur="1" fill="hold">
                                          <p:stCondLst>
                                            <p:cond delay="0"/>
                                          </p:stCondLst>
                                        </p:cTn>
                                        <p:tgtEl>
                                          <p:spTgt spid="5">
                                            <p:graphicEl>
                                              <a:dgm id="{16BD1673-B0B4-482C-A575-9167729D2D9F}"/>
                                            </p:graphicEl>
                                          </p:spTgt>
                                        </p:tgtEl>
                                        <p:attrNameLst>
                                          <p:attrName>style.visibility</p:attrName>
                                        </p:attrNameLst>
                                      </p:cBhvr>
                                      <p:to>
                                        <p:strVal val="visible"/>
                                      </p:to>
                                    </p:set>
                                    <p:animEffect transition="in" filter="fade">
                                      <p:cBhvr>
                                        <p:cTn id="52" dur="500"/>
                                        <p:tgtEl>
                                          <p:spTgt spid="5">
                                            <p:graphicEl>
                                              <a:dgm id="{16BD1673-B0B4-482C-A575-9167729D2D9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5"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0184-D53D-9CDC-BC69-5F8AC4409F49}"/>
              </a:ext>
            </a:extLst>
          </p:cNvPr>
          <p:cNvSpPr>
            <a:spLocks noGrp="1"/>
          </p:cNvSpPr>
          <p:nvPr>
            <p:ph type="title"/>
          </p:nvPr>
        </p:nvSpPr>
        <p:spPr>
          <a:xfrm>
            <a:off x="2231136" y="964692"/>
            <a:ext cx="7729728" cy="1188720"/>
          </a:xfrm>
        </p:spPr>
        <p:txBody>
          <a:bodyPr>
            <a:normAutofit/>
          </a:bodyPr>
          <a:lstStyle/>
          <a:p>
            <a:r>
              <a:rPr lang="en-GB" dirty="0"/>
              <a:t>Practical ways to empathize with a customer</a:t>
            </a:r>
          </a:p>
        </p:txBody>
      </p:sp>
      <p:graphicFrame>
        <p:nvGraphicFramePr>
          <p:cNvPr id="5" name="Content Placeholder 2">
            <a:extLst>
              <a:ext uri="{FF2B5EF4-FFF2-40B4-BE49-F238E27FC236}">
                <a16:creationId xmlns:a16="http://schemas.microsoft.com/office/drawing/2014/main" id="{EABB4C21-6C87-9848-78CD-EE4F7F1EFEBC}"/>
              </a:ext>
            </a:extLst>
          </p:cNvPr>
          <p:cNvGraphicFramePr>
            <a:graphicFrameLocks noGrp="1"/>
          </p:cNvGraphicFramePr>
          <p:nvPr>
            <p:ph idx="1"/>
            <p:extLst>
              <p:ext uri="{D42A27DB-BD31-4B8C-83A1-F6EECF244321}">
                <p14:modId xmlns:p14="http://schemas.microsoft.com/office/powerpoint/2010/main" val="3685351003"/>
              </p:ext>
            </p:extLst>
          </p:nvPr>
        </p:nvGraphicFramePr>
        <p:xfrm>
          <a:off x="965200" y="2638425"/>
          <a:ext cx="10261600" cy="3107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8027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5">
                                            <p:graphicEl>
                                              <a:dgm id="{5CA9D3AA-EC1B-43AB-B8E3-936CCA429755}"/>
                                            </p:graphicEl>
                                          </p:spTgt>
                                        </p:tgtEl>
                                        <p:attrNameLst>
                                          <p:attrName>style.visibility</p:attrName>
                                        </p:attrNameLst>
                                      </p:cBhvr>
                                      <p:to>
                                        <p:strVal val="visible"/>
                                      </p:to>
                                    </p:set>
                                    <p:animEffect transition="in" filter="fade">
                                      <p:cBhvr>
                                        <p:cTn id="12" dur="500"/>
                                        <p:tgtEl>
                                          <p:spTgt spid="5">
                                            <p:graphicEl>
                                              <a:dgm id="{5CA9D3AA-EC1B-43AB-B8E3-936CCA42975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5">
                                            <p:graphicEl>
                                              <a:dgm id="{7C44DA1E-8704-4A7D-95FC-A1B433FDFD9F}"/>
                                            </p:graphicEl>
                                          </p:spTgt>
                                        </p:tgtEl>
                                        <p:attrNameLst>
                                          <p:attrName>style.visibility</p:attrName>
                                        </p:attrNameLst>
                                      </p:cBhvr>
                                      <p:to>
                                        <p:strVal val="visible"/>
                                      </p:to>
                                    </p:set>
                                    <p:animEffect transition="in" filter="fade">
                                      <p:cBhvr>
                                        <p:cTn id="17" dur="500"/>
                                        <p:tgtEl>
                                          <p:spTgt spid="5">
                                            <p:graphicEl>
                                              <a:dgm id="{7C44DA1E-8704-4A7D-95FC-A1B433FDFD9F}"/>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wd">
                                    <p:tmPct val="10000"/>
                                  </p:iterate>
                                  <p:childTnLst>
                                    <p:set>
                                      <p:cBhvr>
                                        <p:cTn id="21" dur="1" fill="hold">
                                          <p:stCondLst>
                                            <p:cond delay="0"/>
                                          </p:stCondLst>
                                        </p:cTn>
                                        <p:tgtEl>
                                          <p:spTgt spid="5">
                                            <p:graphicEl>
                                              <a:dgm id="{3069D9EF-89A9-4421-9946-3DC24F4D5343}"/>
                                            </p:graphicEl>
                                          </p:spTgt>
                                        </p:tgtEl>
                                        <p:attrNameLst>
                                          <p:attrName>style.visibility</p:attrName>
                                        </p:attrNameLst>
                                      </p:cBhvr>
                                      <p:to>
                                        <p:strVal val="visible"/>
                                      </p:to>
                                    </p:set>
                                    <p:animEffect transition="in" filter="fade">
                                      <p:cBhvr>
                                        <p:cTn id="22" dur="500"/>
                                        <p:tgtEl>
                                          <p:spTgt spid="5">
                                            <p:graphicEl>
                                              <a:dgm id="{3069D9EF-89A9-4421-9946-3DC24F4D5343}"/>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wd">
                                    <p:tmPct val="10000"/>
                                  </p:iterate>
                                  <p:childTnLst>
                                    <p:set>
                                      <p:cBhvr>
                                        <p:cTn id="26" dur="1" fill="hold">
                                          <p:stCondLst>
                                            <p:cond delay="0"/>
                                          </p:stCondLst>
                                        </p:cTn>
                                        <p:tgtEl>
                                          <p:spTgt spid="5">
                                            <p:graphicEl>
                                              <a:dgm id="{0D25284F-3086-42D1-940D-3C2318F01298}"/>
                                            </p:graphicEl>
                                          </p:spTgt>
                                        </p:tgtEl>
                                        <p:attrNameLst>
                                          <p:attrName>style.visibility</p:attrName>
                                        </p:attrNameLst>
                                      </p:cBhvr>
                                      <p:to>
                                        <p:strVal val="visible"/>
                                      </p:to>
                                    </p:set>
                                    <p:animEffect transition="in" filter="fade">
                                      <p:cBhvr>
                                        <p:cTn id="27" dur="500"/>
                                        <p:tgtEl>
                                          <p:spTgt spid="5">
                                            <p:graphicEl>
                                              <a:dgm id="{0D25284F-3086-42D1-940D-3C2318F01298}"/>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wd">
                                    <p:tmPct val="10000"/>
                                  </p:iterate>
                                  <p:childTnLst>
                                    <p:set>
                                      <p:cBhvr>
                                        <p:cTn id="31" dur="1" fill="hold">
                                          <p:stCondLst>
                                            <p:cond delay="0"/>
                                          </p:stCondLst>
                                        </p:cTn>
                                        <p:tgtEl>
                                          <p:spTgt spid="5">
                                            <p:graphicEl>
                                              <a:dgm id="{3C7D2D4C-BF20-428C-A315-A4B807B9B965}"/>
                                            </p:graphicEl>
                                          </p:spTgt>
                                        </p:tgtEl>
                                        <p:attrNameLst>
                                          <p:attrName>style.visibility</p:attrName>
                                        </p:attrNameLst>
                                      </p:cBhvr>
                                      <p:to>
                                        <p:strVal val="visible"/>
                                      </p:to>
                                    </p:set>
                                    <p:animEffect transition="in" filter="fade">
                                      <p:cBhvr>
                                        <p:cTn id="32" dur="500"/>
                                        <p:tgtEl>
                                          <p:spTgt spid="5">
                                            <p:graphicEl>
                                              <a:dgm id="{3C7D2D4C-BF20-428C-A315-A4B807B9B965}"/>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wd">
                                    <p:tmPct val="10000"/>
                                  </p:iterate>
                                  <p:childTnLst>
                                    <p:set>
                                      <p:cBhvr>
                                        <p:cTn id="36" dur="1" fill="hold">
                                          <p:stCondLst>
                                            <p:cond delay="0"/>
                                          </p:stCondLst>
                                        </p:cTn>
                                        <p:tgtEl>
                                          <p:spTgt spid="5">
                                            <p:graphicEl>
                                              <a:dgm id="{599D2F01-92B6-421C-A487-B356B4AE6A84}"/>
                                            </p:graphicEl>
                                          </p:spTgt>
                                        </p:tgtEl>
                                        <p:attrNameLst>
                                          <p:attrName>style.visibility</p:attrName>
                                        </p:attrNameLst>
                                      </p:cBhvr>
                                      <p:to>
                                        <p:strVal val="visible"/>
                                      </p:to>
                                    </p:set>
                                    <p:animEffect transition="in" filter="fade">
                                      <p:cBhvr>
                                        <p:cTn id="37" dur="500"/>
                                        <p:tgtEl>
                                          <p:spTgt spid="5">
                                            <p:graphicEl>
                                              <a:dgm id="{599D2F01-92B6-421C-A487-B356B4AE6A84}"/>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iterate type="wd">
                                    <p:tmPct val="10000"/>
                                  </p:iterate>
                                  <p:childTnLst>
                                    <p:set>
                                      <p:cBhvr>
                                        <p:cTn id="41" dur="1" fill="hold">
                                          <p:stCondLst>
                                            <p:cond delay="0"/>
                                          </p:stCondLst>
                                        </p:cTn>
                                        <p:tgtEl>
                                          <p:spTgt spid="5">
                                            <p:graphicEl>
                                              <a:dgm id="{377612A8-9F50-4D63-94A5-CE5D8327C0C9}"/>
                                            </p:graphicEl>
                                          </p:spTgt>
                                        </p:tgtEl>
                                        <p:attrNameLst>
                                          <p:attrName>style.visibility</p:attrName>
                                        </p:attrNameLst>
                                      </p:cBhvr>
                                      <p:to>
                                        <p:strVal val="visible"/>
                                      </p:to>
                                    </p:set>
                                    <p:animEffect transition="in" filter="fade">
                                      <p:cBhvr>
                                        <p:cTn id="42" dur="500"/>
                                        <p:tgtEl>
                                          <p:spTgt spid="5">
                                            <p:graphicEl>
                                              <a:dgm id="{377612A8-9F50-4D63-94A5-CE5D8327C0C9}"/>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wd">
                                    <p:tmPct val="10000"/>
                                  </p:iterate>
                                  <p:childTnLst>
                                    <p:set>
                                      <p:cBhvr>
                                        <p:cTn id="46" dur="1" fill="hold">
                                          <p:stCondLst>
                                            <p:cond delay="0"/>
                                          </p:stCondLst>
                                        </p:cTn>
                                        <p:tgtEl>
                                          <p:spTgt spid="5">
                                            <p:graphicEl>
                                              <a:dgm id="{13531C78-EDB7-41F2-9BB7-BACE00D0D45A}"/>
                                            </p:graphicEl>
                                          </p:spTgt>
                                        </p:tgtEl>
                                        <p:attrNameLst>
                                          <p:attrName>style.visibility</p:attrName>
                                        </p:attrNameLst>
                                      </p:cBhvr>
                                      <p:to>
                                        <p:strVal val="visible"/>
                                      </p:to>
                                    </p:set>
                                    <p:animEffect transition="in" filter="fade">
                                      <p:cBhvr>
                                        <p:cTn id="47" dur="500"/>
                                        <p:tgtEl>
                                          <p:spTgt spid="5">
                                            <p:graphicEl>
                                              <a:dgm id="{13531C78-EDB7-41F2-9BB7-BACE00D0D45A}"/>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iterate type="wd">
                                    <p:tmPct val="10000"/>
                                  </p:iterate>
                                  <p:childTnLst>
                                    <p:set>
                                      <p:cBhvr>
                                        <p:cTn id="51" dur="1" fill="hold">
                                          <p:stCondLst>
                                            <p:cond delay="0"/>
                                          </p:stCondLst>
                                        </p:cTn>
                                        <p:tgtEl>
                                          <p:spTgt spid="5">
                                            <p:graphicEl>
                                              <a:dgm id="{F29D6FB8-FAE7-474F-956E-364D78FA59EF}"/>
                                            </p:graphicEl>
                                          </p:spTgt>
                                        </p:tgtEl>
                                        <p:attrNameLst>
                                          <p:attrName>style.visibility</p:attrName>
                                        </p:attrNameLst>
                                      </p:cBhvr>
                                      <p:to>
                                        <p:strVal val="visible"/>
                                      </p:to>
                                    </p:set>
                                    <p:animEffect transition="in" filter="fade">
                                      <p:cBhvr>
                                        <p:cTn id="52" dur="500"/>
                                        <p:tgtEl>
                                          <p:spTgt spid="5">
                                            <p:graphicEl>
                                              <a:dgm id="{F29D6FB8-FAE7-474F-956E-364D78FA59EF}"/>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iterate type="wd">
                                    <p:tmPct val="10000"/>
                                  </p:iterate>
                                  <p:childTnLst>
                                    <p:set>
                                      <p:cBhvr>
                                        <p:cTn id="56" dur="1" fill="hold">
                                          <p:stCondLst>
                                            <p:cond delay="0"/>
                                          </p:stCondLst>
                                        </p:cTn>
                                        <p:tgtEl>
                                          <p:spTgt spid="5">
                                            <p:graphicEl>
                                              <a:dgm id="{EB23BD69-2231-4C98-9158-A9378AE53045}"/>
                                            </p:graphicEl>
                                          </p:spTgt>
                                        </p:tgtEl>
                                        <p:attrNameLst>
                                          <p:attrName>style.visibility</p:attrName>
                                        </p:attrNameLst>
                                      </p:cBhvr>
                                      <p:to>
                                        <p:strVal val="visible"/>
                                      </p:to>
                                    </p:set>
                                    <p:animEffect transition="in" filter="fade">
                                      <p:cBhvr>
                                        <p:cTn id="57" dur="500"/>
                                        <p:tgtEl>
                                          <p:spTgt spid="5">
                                            <p:graphicEl>
                                              <a:dgm id="{EB23BD69-2231-4C98-9158-A9378AE53045}"/>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iterate type="wd">
                                    <p:tmPct val="10000"/>
                                  </p:iterate>
                                  <p:childTnLst>
                                    <p:set>
                                      <p:cBhvr>
                                        <p:cTn id="61" dur="1" fill="hold">
                                          <p:stCondLst>
                                            <p:cond delay="0"/>
                                          </p:stCondLst>
                                        </p:cTn>
                                        <p:tgtEl>
                                          <p:spTgt spid="5">
                                            <p:graphicEl>
                                              <a:dgm id="{CD45B8D5-754C-41DE-A33A-70A67BE7E543}"/>
                                            </p:graphicEl>
                                          </p:spTgt>
                                        </p:tgtEl>
                                        <p:attrNameLst>
                                          <p:attrName>style.visibility</p:attrName>
                                        </p:attrNameLst>
                                      </p:cBhvr>
                                      <p:to>
                                        <p:strVal val="visible"/>
                                      </p:to>
                                    </p:set>
                                    <p:animEffect transition="in" filter="fade">
                                      <p:cBhvr>
                                        <p:cTn id="62" dur="500"/>
                                        <p:tgtEl>
                                          <p:spTgt spid="5">
                                            <p:graphicEl>
                                              <a:dgm id="{CD45B8D5-754C-41DE-A33A-70A67BE7E543}"/>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iterate type="wd">
                                    <p:tmPct val="10000"/>
                                  </p:iterate>
                                  <p:childTnLst>
                                    <p:set>
                                      <p:cBhvr>
                                        <p:cTn id="66" dur="1" fill="hold">
                                          <p:stCondLst>
                                            <p:cond delay="0"/>
                                          </p:stCondLst>
                                        </p:cTn>
                                        <p:tgtEl>
                                          <p:spTgt spid="5">
                                            <p:graphicEl>
                                              <a:dgm id="{EF5EEAF8-7AB1-40A6-8616-F8FC917FA7E7}"/>
                                            </p:graphicEl>
                                          </p:spTgt>
                                        </p:tgtEl>
                                        <p:attrNameLst>
                                          <p:attrName>style.visibility</p:attrName>
                                        </p:attrNameLst>
                                      </p:cBhvr>
                                      <p:to>
                                        <p:strVal val="visible"/>
                                      </p:to>
                                    </p:set>
                                    <p:animEffect transition="in" filter="fade">
                                      <p:cBhvr>
                                        <p:cTn id="67" dur="500"/>
                                        <p:tgtEl>
                                          <p:spTgt spid="5">
                                            <p:graphicEl>
                                              <a:dgm id="{EF5EEAF8-7AB1-40A6-8616-F8FC917FA7E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5"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75BC-F259-2B86-D464-2EF2E4D75C7C}"/>
              </a:ext>
            </a:extLst>
          </p:cNvPr>
          <p:cNvSpPr>
            <a:spLocks noGrp="1"/>
          </p:cNvSpPr>
          <p:nvPr>
            <p:ph type="title"/>
          </p:nvPr>
        </p:nvSpPr>
        <p:spPr>
          <a:xfrm>
            <a:off x="6901435" y="2386744"/>
            <a:ext cx="4486656" cy="1645920"/>
          </a:xfrm>
        </p:spPr>
        <p:txBody>
          <a:bodyPr vert="horz" lIns="274320" tIns="182880" rIns="274320" bIns="182880" rtlCol="0" anchor="ctr" anchorCtr="1">
            <a:normAutofit/>
          </a:bodyPr>
          <a:lstStyle/>
          <a:p>
            <a:r>
              <a:rPr lang="en-US" sz="3000" dirty="0"/>
              <a:t>Some Powerful empathy statements</a:t>
            </a:r>
          </a:p>
        </p:txBody>
      </p:sp>
      <p:sp>
        <p:nvSpPr>
          <p:cNvPr id="16" name="Rectangle 15">
            <a:extLst>
              <a:ext uri="{FF2B5EF4-FFF2-40B4-BE49-F238E27FC236}">
                <a16:creationId xmlns:a16="http://schemas.microsoft.com/office/drawing/2014/main" id="{733DEE68-6B15-49E1-8C6F-EE553B0597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30" y="640080"/>
            <a:ext cx="5455920"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EC3F07C8-CCA3-4D2E-A900-8396148C1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198" y="802767"/>
            <a:ext cx="5129784" cy="49377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EE1833CB-01F0-563A-4170-5203AE45A8E5}"/>
              </a:ext>
            </a:extLst>
          </p:cNvPr>
          <p:cNvSpPr>
            <a:spLocks noGrp="1"/>
          </p:cNvSpPr>
          <p:nvPr>
            <p:ph idx="1"/>
          </p:nvPr>
        </p:nvSpPr>
        <p:spPr>
          <a:xfrm>
            <a:off x="884583" y="917462"/>
            <a:ext cx="4965711" cy="4700579"/>
          </a:xfrm>
        </p:spPr>
        <p:txBody>
          <a:bodyPr>
            <a:normAutofit/>
          </a:bodyPr>
          <a:lstStyle/>
          <a:p>
            <a:pPr marL="342900" indent="-342900">
              <a:buFont typeface="+mj-lt"/>
              <a:buAutoNum type="arabicPeriod"/>
            </a:pPr>
            <a:r>
              <a:rPr lang="en-GB" sz="2000" dirty="0"/>
              <a:t>“Thank you for bringing this to our attention”</a:t>
            </a:r>
          </a:p>
          <a:p>
            <a:pPr marL="342900" indent="-342900">
              <a:buFont typeface="+mj-lt"/>
              <a:buAutoNum type="arabicPeriod"/>
            </a:pPr>
            <a:r>
              <a:rPr lang="en-GB" sz="2000" dirty="0"/>
              <a:t>“I understand how you feel”</a:t>
            </a:r>
          </a:p>
          <a:p>
            <a:pPr marL="342900" indent="-342900">
              <a:buFont typeface="+mj-lt"/>
              <a:buAutoNum type="arabicPeriod"/>
            </a:pPr>
            <a:r>
              <a:rPr lang="en-GB" sz="2000" dirty="0"/>
              <a:t>“Please let me know if my understanding of your problem is accurate - ”</a:t>
            </a:r>
          </a:p>
          <a:p>
            <a:pPr marL="342900" indent="-342900">
              <a:buFont typeface="+mj-lt"/>
              <a:buAutoNum type="arabicPeriod"/>
            </a:pPr>
            <a:r>
              <a:rPr lang="en-GB" sz="2000" dirty="0"/>
              <a:t>“I’m sorry you’re facing this issue”</a:t>
            </a:r>
          </a:p>
          <a:p>
            <a:pPr marL="342900" indent="-342900">
              <a:buFont typeface="+mj-lt"/>
              <a:buAutoNum type="arabicPeriod"/>
            </a:pPr>
            <a:r>
              <a:rPr lang="en-GB" sz="2000" dirty="0"/>
              <a:t>“I would do the same if I were in your position too”</a:t>
            </a:r>
          </a:p>
          <a:p>
            <a:pPr marL="342900" indent="-342900">
              <a:buFont typeface="+mj-lt"/>
              <a:buAutoNum type="arabicPeriod"/>
            </a:pPr>
            <a:r>
              <a:rPr lang="en-GB" sz="2000" dirty="0"/>
              <a:t>“Your anger/frustration is completely justified”</a:t>
            </a:r>
          </a:p>
          <a:p>
            <a:pPr marL="342900" indent="-342900">
              <a:buFont typeface="+mj-lt"/>
              <a:buAutoNum type="arabicPeriod"/>
            </a:pPr>
            <a:r>
              <a:rPr lang="en-GB" sz="2000" dirty="0"/>
              <a:t>“Here’s what you can do – ”</a:t>
            </a:r>
          </a:p>
          <a:p>
            <a:pPr marL="342900" indent="-342900">
              <a:buFont typeface="+mj-lt"/>
              <a:buAutoNum type="arabicPeriod"/>
            </a:pPr>
            <a:endParaRPr lang="en-GB" sz="2000" dirty="0"/>
          </a:p>
        </p:txBody>
      </p:sp>
    </p:spTree>
    <p:extLst>
      <p:ext uri="{BB962C8B-B14F-4D97-AF65-F5344CB8AC3E}">
        <p14:creationId xmlns:p14="http://schemas.microsoft.com/office/powerpoint/2010/main" val="291297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iterate type="wd">
                                    <p:tmPct val="5000"/>
                                  </p:iterate>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anim calcmode="lin" valueType="num">
                                      <p:cBhvr>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iterate type="wd">
                                    <p:tmPct val="5000"/>
                                  </p:iterate>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500"/>
                                        <p:tgtEl>
                                          <p:spTgt spid="5">
                                            <p:txEl>
                                              <p:pRg st="1" end="1"/>
                                            </p:txEl>
                                          </p:spTgt>
                                        </p:tgtEl>
                                      </p:cBhvr>
                                    </p:animEffect>
                                    <p:anim calcmode="lin" valueType="num">
                                      <p:cBhvr>
                                        <p:cTn id="20"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iterate type="wd">
                                    <p:tmPct val="5000"/>
                                  </p:iterate>
                                  <p:childTnLst>
                                    <p:set>
                                      <p:cBhvr>
                                        <p:cTn id="25" dur="1" fill="hold">
                                          <p:stCondLst>
                                            <p:cond delay="0"/>
                                          </p:stCondLst>
                                        </p:cTn>
                                        <p:tgtEl>
                                          <p:spTgt spid="5">
                                            <p:txEl>
                                              <p:pRg st="2" end="2"/>
                                            </p:txEl>
                                          </p:spTgt>
                                        </p:tgtEl>
                                        <p:attrNameLst>
                                          <p:attrName>style.visibility</p:attrName>
                                        </p:attrNameLst>
                                      </p:cBhvr>
                                      <p:to>
                                        <p:strVal val="visible"/>
                                      </p:to>
                                    </p:set>
                                    <p:animEffect transition="in" filter="fade">
                                      <p:cBhvr>
                                        <p:cTn id="26" dur="500"/>
                                        <p:tgtEl>
                                          <p:spTgt spid="5">
                                            <p:txEl>
                                              <p:pRg st="2" end="2"/>
                                            </p:txEl>
                                          </p:spTgt>
                                        </p:tgtEl>
                                      </p:cBhvr>
                                    </p:animEffect>
                                    <p:anim calcmode="lin" valueType="num">
                                      <p:cBhvr>
                                        <p:cTn id="2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iterate type="wd">
                                    <p:tmPct val="5000"/>
                                  </p:iterate>
                                  <p:childTnLst>
                                    <p:set>
                                      <p:cBhvr>
                                        <p:cTn id="32" dur="1" fill="hold">
                                          <p:stCondLst>
                                            <p:cond delay="0"/>
                                          </p:stCondLst>
                                        </p:cTn>
                                        <p:tgtEl>
                                          <p:spTgt spid="5">
                                            <p:txEl>
                                              <p:pRg st="3" end="3"/>
                                            </p:txEl>
                                          </p:spTgt>
                                        </p:tgtEl>
                                        <p:attrNameLst>
                                          <p:attrName>style.visibility</p:attrName>
                                        </p:attrNameLst>
                                      </p:cBhvr>
                                      <p:to>
                                        <p:strVal val="visible"/>
                                      </p:to>
                                    </p:set>
                                    <p:animEffect transition="in" filter="fade">
                                      <p:cBhvr>
                                        <p:cTn id="33" dur="500"/>
                                        <p:tgtEl>
                                          <p:spTgt spid="5">
                                            <p:txEl>
                                              <p:pRg st="3" end="3"/>
                                            </p:txEl>
                                          </p:spTgt>
                                        </p:tgtEl>
                                      </p:cBhvr>
                                    </p:animEffect>
                                    <p:anim calcmode="lin" valueType="num">
                                      <p:cBhvr>
                                        <p:cTn id="34"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iterate type="wd">
                                    <p:tmPct val="5000"/>
                                  </p:iterate>
                                  <p:childTnLst>
                                    <p:set>
                                      <p:cBhvr>
                                        <p:cTn id="39" dur="1" fill="hold">
                                          <p:stCondLst>
                                            <p:cond delay="0"/>
                                          </p:stCondLst>
                                        </p:cTn>
                                        <p:tgtEl>
                                          <p:spTgt spid="5">
                                            <p:txEl>
                                              <p:pRg st="4" end="4"/>
                                            </p:txEl>
                                          </p:spTgt>
                                        </p:tgtEl>
                                        <p:attrNameLst>
                                          <p:attrName>style.visibility</p:attrName>
                                        </p:attrNameLst>
                                      </p:cBhvr>
                                      <p:to>
                                        <p:strVal val="visible"/>
                                      </p:to>
                                    </p:set>
                                    <p:animEffect transition="in" filter="fade">
                                      <p:cBhvr>
                                        <p:cTn id="40" dur="500"/>
                                        <p:tgtEl>
                                          <p:spTgt spid="5">
                                            <p:txEl>
                                              <p:pRg st="4" end="4"/>
                                            </p:txEl>
                                          </p:spTgt>
                                        </p:tgtEl>
                                      </p:cBhvr>
                                    </p:animEffect>
                                    <p:anim calcmode="lin" valueType="num">
                                      <p:cBhvr>
                                        <p:cTn id="4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2" dur="5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iterate type="wd">
                                    <p:tmPct val="5000"/>
                                  </p:iterate>
                                  <p:childTnLst>
                                    <p:set>
                                      <p:cBhvr>
                                        <p:cTn id="46" dur="1" fill="hold">
                                          <p:stCondLst>
                                            <p:cond delay="0"/>
                                          </p:stCondLst>
                                        </p:cTn>
                                        <p:tgtEl>
                                          <p:spTgt spid="5">
                                            <p:txEl>
                                              <p:pRg st="5" end="5"/>
                                            </p:txEl>
                                          </p:spTgt>
                                        </p:tgtEl>
                                        <p:attrNameLst>
                                          <p:attrName>style.visibility</p:attrName>
                                        </p:attrNameLst>
                                      </p:cBhvr>
                                      <p:to>
                                        <p:strVal val="visible"/>
                                      </p:to>
                                    </p:set>
                                    <p:animEffect transition="in" filter="fade">
                                      <p:cBhvr>
                                        <p:cTn id="47" dur="500"/>
                                        <p:tgtEl>
                                          <p:spTgt spid="5">
                                            <p:txEl>
                                              <p:pRg st="5" end="5"/>
                                            </p:txEl>
                                          </p:spTgt>
                                        </p:tgtEl>
                                      </p:cBhvr>
                                    </p:animEffect>
                                    <p:anim calcmode="lin" valueType="num">
                                      <p:cBhvr>
                                        <p:cTn id="48"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9" dur="5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iterate type="wd">
                                    <p:tmPct val="5000"/>
                                  </p:iterate>
                                  <p:childTnLst>
                                    <p:set>
                                      <p:cBhvr>
                                        <p:cTn id="53" dur="1" fill="hold">
                                          <p:stCondLst>
                                            <p:cond delay="0"/>
                                          </p:stCondLst>
                                        </p:cTn>
                                        <p:tgtEl>
                                          <p:spTgt spid="5">
                                            <p:txEl>
                                              <p:pRg st="6" end="6"/>
                                            </p:txEl>
                                          </p:spTgt>
                                        </p:tgtEl>
                                        <p:attrNameLst>
                                          <p:attrName>style.visibility</p:attrName>
                                        </p:attrNameLst>
                                      </p:cBhvr>
                                      <p:to>
                                        <p:strVal val="visible"/>
                                      </p:to>
                                    </p:set>
                                    <p:animEffect transition="in" filter="fade">
                                      <p:cBhvr>
                                        <p:cTn id="54" dur="500"/>
                                        <p:tgtEl>
                                          <p:spTgt spid="5">
                                            <p:txEl>
                                              <p:pRg st="6" end="6"/>
                                            </p:txEl>
                                          </p:spTgt>
                                        </p:tgtEl>
                                      </p:cBhvr>
                                    </p:animEffect>
                                    <p:anim calcmode="lin" valueType="num">
                                      <p:cBhvr>
                                        <p:cTn id="5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56" dur="5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8D508C-A317-451C-AB61-8A699E357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406"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09B25A1-9CB9-1F69-3EEA-929F7DEBC1F6}"/>
              </a:ext>
            </a:extLst>
          </p:cNvPr>
          <p:cNvSpPr>
            <a:spLocks noGrp="1"/>
          </p:cNvSpPr>
          <p:nvPr>
            <p:ph type="title"/>
          </p:nvPr>
        </p:nvSpPr>
        <p:spPr>
          <a:xfrm>
            <a:off x="1600200" y="2567226"/>
            <a:ext cx="8991600" cy="1723549"/>
          </a:xfrm>
        </p:spPr>
        <p:txBody>
          <a:bodyPr vert="horz" lIns="274320" tIns="182880" rIns="274320" bIns="182880" rtlCol="0" anchor="ctr" anchorCtr="1">
            <a:normAutofit/>
          </a:bodyPr>
          <a:lstStyle/>
          <a:p>
            <a:r>
              <a:rPr lang="en-US" sz="4000" kern="1200" cap="all" spc="200" baseline="0" dirty="0">
                <a:solidFill>
                  <a:srgbClr val="262626"/>
                </a:solidFill>
                <a:latin typeface="+mj-lt"/>
                <a:ea typeface="+mj-ea"/>
                <a:cs typeface="+mj-cs"/>
              </a:rPr>
              <a:t>Be empathic!</a:t>
            </a:r>
          </a:p>
        </p:txBody>
      </p:sp>
    </p:spTree>
    <p:extLst>
      <p:ext uri="{BB962C8B-B14F-4D97-AF65-F5344CB8AC3E}">
        <p14:creationId xmlns:p14="http://schemas.microsoft.com/office/powerpoint/2010/main" val="343797246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1380</TotalTime>
  <Words>1285</Words>
  <Application>Microsoft Office PowerPoint</Application>
  <PresentationFormat>Widescreen</PresentationFormat>
  <Paragraphs>93</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Avenir</vt:lpstr>
      <vt:lpstr>Avenir Bold</vt:lpstr>
      <vt:lpstr>Calibri</vt:lpstr>
      <vt:lpstr>Georgia</vt:lpstr>
      <vt:lpstr>Gill Sans MT</vt:lpstr>
      <vt:lpstr>Merriweather</vt:lpstr>
      <vt:lpstr>Parcel</vt:lpstr>
      <vt:lpstr>Empathy</vt:lpstr>
      <vt:lpstr>Definitions</vt:lpstr>
      <vt:lpstr>WHERE ARE WE TODAY?</vt:lpstr>
      <vt:lpstr>Empathy is Number ONE  rule for “new product innovation success” The Nielsen Breakthrough Innovation Report</vt:lpstr>
      <vt:lpstr>Empathy improves satisfaction  Sung, Stan and Mark. 2004 </vt:lpstr>
      <vt:lpstr>Empathy improves ability to negotiate.  INSEAD</vt:lpstr>
      <vt:lpstr>Empathy is linked to good leadership Management Research Group</vt:lpstr>
      <vt:lpstr>The empathy delusion in marketing Reach Solutions</vt:lpstr>
      <vt:lpstr>The empathy deficit in business costs the average brand over $300m lost in revenue every year  M&amp;C Saatchi </vt:lpstr>
      <vt:lpstr>The empathy deficit and the 80:8 rule.  Bain and Company</vt:lpstr>
      <vt:lpstr>HOW EMPATHY CONTRIBUTES TO POSITIVE OUTCOMES (Forbes)</vt:lpstr>
      <vt:lpstr>Empathy in Customer Service</vt:lpstr>
      <vt:lpstr>Example </vt:lpstr>
      <vt:lpstr>Why is empathy important in customer service? </vt:lpstr>
      <vt:lpstr>Identifying an empathy problem</vt:lpstr>
      <vt:lpstr>How to build empathy?</vt:lpstr>
      <vt:lpstr>Practical ways to empathize with a customer</vt:lpstr>
      <vt:lpstr>Some Powerful empathy statements</vt:lpstr>
      <vt:lpstr>Be empathic!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dc:title>
  <dc:creator>Peter James</dc:creator>
  <cp:lastModifiedBy>Peter James</cp:lastModifiedBy>
  <cp:revision>1</cp:revision>
  <dcterms:created xsi:type="dcterms:W3CDTF">2022-12-13T08:33:13Z</dcterms:created>
  <dcterms:modified xsi:type="dcterms:W3CDTF">2023-02-23T12:28:16Z</dcterms:modified>
</cp:coreProperties>
</file>